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20"/>
  </p:notesMasterIdLst>
  <p:handoutMasterIdLst>
    <p:handoutMasterId r:id="rId21"/>
  </p:handoutMasterIdLst>
  <p:sldIdLst>
    <p:sldId id="330" r:id="rId5"/>
    <p:sldId id="576" r:id="rId6"/>
    <p:sldId id="581" r:id="rId7"/>
    <p:sldId id="578" r:id="rId8"/>
    <p:sldId id="256" r:id="rId9"/>
    <p:sldId id="582" r:id="rId10"/>
    <p:sldId id="583" r:id="rId11"/>
    <p:sldId id="584" r:id="rId12"/>
    <p:sldId id="585" r:id="rId13"/>
    <p:sldId id="579" r:id="rId14"/>
    <p:sldId id="587" r:id="rId15"/>
    <p:sldId id="589" r:id="rId16"/>
    <p:sldId id="588" r:id="rId17"/>
    <p:sldId id="580" r:id="rId18"/>
    <p:sldId id="586" r:id="rId19"/>
  </p:sldIdLst>
  <p:sldSz cx="24384000" cy="13716000"/>
  <p:notesSz cx="10234613" cy="1466215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825500" rtl="0" fontAlgn="auto" latinLnBrk="0" hangingPunct="0">
      <a:lnSpc>
        <a:spcPct val="140000"/>
      </a:lnSpc>
      <a:spcBef>
        <a:spcPts val="0"/>
      </a:spcBef>
      <a:spcAft>
        <a:spcPts val="0"/>
      </a:spcAft>
      <a:buClrTx/>
      <a:buSzTx/>
      <a:buFontTx/>
      <a:buNone/>
      <a:tabLst/>
      <a:defRPr kumimoji="0" sz="3000" b="0" i="0" u="none" strike="noStrike" cap="none" spc="0" normalizeH="0" baseline="0">
        <a:ln>
          <a:noFill/>
        </a:ln>
        <a:solidFill>
          <a:srgbClr val="121212"/>
        </a:solidFill>
        <a:effectLst/>
        <a:uFillTx/>
        <a:latin typeface="+mn-lt"/>
        <a:ea typeface="+mn-ea"/>
        <a:cs typeface="+mn-cs"/>
        <a:sym typeface="Poppins Light"/>
      </a:defRPr>
    </a:lvl1pPr>
    <a:lvl2pPr marL="0" marR="0" indent="228600" algn="l" defTabSz="825500" rtl="0" fontAlgn="auto" latinLnBrk="0" hangingPunct="0">
      <a:lnSpc>
        <a:spcPct val="140000"/>
      </a:lnSpc>
      <a:spcBef>
        <a:spcPts val="0"/>
      </a:spcBef>
      <a:spcAft>
        <a:spcPts val="0"/>
      </a:spcAft>
      <a:buClrTx/>
      <a:buSzTx/>
      <a:buFontTx/>
      <a:buNone/>
      <a:tabLst/>
      <a:defRPr kumimoji="0" sz="3000" b="0" i="0" u="none" strike="noStrike" cap="none" spc="0" normalizeH="0" baseline="0">
        <a:ln>
          <a:noFill/>
        </a:ln>
        <a:solidFill>
          <a:srgbClr val="121212"/>
        </a:solidFill>
        <a:effectLst/>
        <a:uFillTx/>
        <a:latin typeface="+mn-lt"/>
        <a:ea typeface="+mn-ea"/>
        <a:cs typeface="+mn-cs"/>
        <a:sym typeface="Poppins Light"/>
      </a:defRPr>
    </a:lvl2pPr>
    <a:lvl3pPr marL="0" marR="0" indent="457200" algn="l" defTabSz="825500" rtl="0" fontAlgn="auto" latinLnBrk="0" hangingPunct="0">
      <a:lnSpc>
        <a:spcPct val="140000"/>
      </a:lnSpc>
      <a:spcBef>
        <a:spcPts val="0"/>
      </a:spcBef>
      <a:spcAft>
        <a:spcPts val="0"/>
      </a:spcAft>
      <a:buClrTx/>
      <a:buSzTx/>
      <a:buFontTx/>
      <a:buNone/>
      <a:tabLst/>
      <a:defRPr kumimoji="0" sz="3000" b="0" i="0" u="none" strike="noStrike" cap="none" spc="0" normalizeH="0" baseline="0">
        <a:ln>
          <a:noFill/>
        </a:ln>
        <a:solidFill>
          <a:srgbClr val="121212"/>
        </a:solidFill>
        <a:effectLst/>
        <a:uFillTx/>
        <a:latin typeface="+mn-lt"/>
        <a:ea typeface="+mn-ea"/>
        <a:cs typeface="+mn-cs"/>
        <a:sym typeface="Poppins Light"/>
      </a:defRPr>
    </a:lvl3pPr>
    <a:lvl4pPr marL="0" marR="0" indent="685800" algn="l" defTabSz="825500" rtl="0" fontAlgn="auto" latinLnBrk="0" hangingPunct="0">
      <a:lnSpc>
        <a:spcPct val="140000"/>
      </a:lnSpc>
      <a:spcBef>
        <a:spcPts val="0"/>
      </a:spcBef>
      <a:spcAft>
        <a:spcPts val="0"/>
      </a:spcAft>
      <a:buClrTx/>
      <a:buSzTx/>
      <a:buFontTx/>
      <a:buNone/>
      <a:tabLst/>
      <a:defRPr kumimoji="0" sz="3000" b="0" i="0" u="none" strike="noStrike" cap="none" spc="0" normalizeH="0" baseline="0">
        <a:ln>
          <a:noFill/>
        </a:ln>
        <a:solidFill>
          <a:srgbClr val="121212"/>
        </a:solidFill>
        <a:effectLst/>
        <a:uFillTx/>
        <a:latin typeface="+mn-lt"/>
        <a:ea typeface="+mn-ea"/>
        <a:cs typeface="+mn-cs"/>
        <a:sym typeface="Poppins Light"/>
      </a:defRPr>
    </a:lvl4pPr>
    <a:lvl5pPr marL="0" marR="0" indent="914400" algn="l" defTabSz="825500" rtl="0" fontAlgn="auto" latinLnBrk="0" hangingPunct="0">
      <a:lnSpc>
        <a:spcPct val="140000"/>
      </a:lnSpc>
      <a:spcBef>
        <a:spcPts val="0"/>
      </a:spcBef>
      <a:spcAft>
        <a:spcPts val="0"/>
      </a:spcAft>
      <a:buClrTx/>
      <a:buSzTx/>
      <a:buFontTx/>
      <a:buNone/>
      <a:tabLst/>
      <a:defRPr kumimoji="0" sz="3000" b="0" i="0" u="none" strike="noStrike" cap="none" spc="0" normalizeH="0" baseline="0">
        <a:ln>
          <a:noFill/>
        </a:ln>
        <a:solidFill>
          <a:srgbClr val="121212"/>
        </a:solidFill>
        <a:effectLst/>
        <a:uFillTx/>
        <a:latin typeface="+mn-lt"/>
        <a:ea typeface="+mn-ea"/>
        <a:cs typeface="+mn-cs"/>
        <a:sym typeface="Poppins Light"/>
      </a:defRPr>
    </a:lvl5pPr>
    <a:lvl6pPr marL="0" marR="0" indent="1143000" algn="l" defTabSz="825500" rtl="0" fontAlgn="auto" latinLnBrk="0" hangingPunct="0">
      <a:lnSpc>
        <a:spcPct val="140000"/>
      </a:lnSpc>
      <a:spcBef>
        <a:spcPts val="0"/>
      </a:spcBef>
      <a:spcAft>
        <a:spcPts val="0"/>
      </a:spcAft>
      <a:buClrTx/>
      <a:buSzTx/>
      <a:buFontTx/>
      <a:buNone/>
      <a:tabLst/>
      <a:defRPr kumimoji="0" sz="3000" b="0" i="0" u="none" strike="noStrike" cap="none" spc="0" normalizeH="0" baseline="0">
        <a:ln>
          <a:noFill/>
        </a:ln>
        <a:solidFill>
          <a:srgbClr val="121212"/>
        </a:solidFill>
        <a:effectLst/>
        <a:uFillTx/>
        <a:latin typeface="+mn-lt"/>
        <a:ea typeface="+mn-ea"/>
        <a:cs typeface="+mn-cs"/>
        <a:sym typeface="Poppins Light"/>
      </a:defRPr>
    </a:lvl6pPr>
    <a:lvl7pPr marL="0" marR="0" indent="1371600" algn="l" defTabSz="825500" rtl="0" fontAlgn="auto" latinLnBrk="0" hangingPunct="0">
      <a:lnSpc>
        <a:spcPct val="140000"/>
      </a:lnSpc>
      <a:spcBef>
        <a:spcPts val="0"/>
      </a:spcBef>
      <a:spcAft>
        <a:spcPts val="0"/>
      </a:spcAft>
      <a:buClrTx/>
      <a:buSzTx/>
      <a:buFontTx/>
      <a:buNone/>
      <a:tabLst/>
      <a:defRPr kumimoji="0" sz="3000" b="0" i="0" u="none" strike="noStrike" cap="none" spc="0" normalizeH="0" baseline="0">
        <a:ln>
          <a:noFill/>
        </a:ln>
        <a:solidFill>
          <a:srgbClr val="121212"/>
        </a:solidFill>
        <a:effectLst/>
        <a:uFillTx/>
        <a:latin typeface="+mn-lt"/>
        <a:ea typeface="+mn-ea"/>
        <a:cs typeface="+mn-cs"/>
        <a:sym typeface="Poppins Light"/>
      </a:defRPr>
    </a:lvl7pPr>
    <a:lvl8pPr marL="0" marR="0" indent="1600200" algn="l" defTabSz="825500" rtl="0" fontAlgn="auto" latinLnBrk="0" hangingPunct="0">
      <a:lnSpc>
        <a:spcPct val="140000"/>
      </a:lnSpc>
      <a:spcBef>
        <a:spcPts val="0"/>
      </a:spcBef>
      <a:spcAft>
        <a:spcPts val="0"/>
      </a:spcAft>
      <a:buClrTx/>
      <a:buSzTx/>
      <a:buFontTx/>
      <a:buNone/>
      <a:tabLst/>
      <a:defRPr kumimoji="0" sz="3000" b="0" i="0" u="none" strike="noStrike" cap="none" spc="0" normalizeH="0" baseline="0">
        <a:ln>
          <a:noFill/>
        </a:ln>
        <a:solidFill>
          <a:srgbClr val="121212"/>
        </a:solidFill>
        <a:effectLst/>
        <a:uFillTx/>
        <a:latin typeface="+mn-lt"/>
        <a:ea typeface="+mn-ea"/>
        <a:cs typeface="+mn-cs"/>
        <a:sym typeface="Poppins Light"/>
      </a:defRPr>
    </a:lvl8pPr>
    <a:lvl9pPr marL="0" marR="0" indent="1828800" algn="l" defTabSz="825500" rtl="0" fontAlgn="auto" latinLnBrk="0" hangingPunct="0">
      <a:lnSpc>
        <a:spcPct val="140000"/>
      </a:lnSpc>
      <a:spcBef>
        <a:spcPts val="0"/>
      </a:spcBef>
      <a:spcAft>
        <a:spcPts val="0"/>
      </a:spcAft>
      <a:buClrTx/>
      <a:buSzTx/>
      <a:buFontTx/>
      <a:buNone/>
      <a:tabLst/>
      <a:defRPr kumimoji="0" sz="3000" b="0" i="0" u="none" strike="noStrike" cap="none" spc="0" normalizeH="0" baseline="0">
        <a:ln>
          <a:noFill/>
        </a:ln>
        <a:solidFill>
          <a:srgbClr val="121212"/>
        </a:solidFill>
        <a:effectLst/>
        <a:uFillTx/>
        <a:latin typeface="+mn-lt"/>
        <a:ea typeface="+mn-ea"/>
        <a:cs typeface="+mn-cs"/>
        <a:sym typeface="Poppins Light"/>
      </a:defRPr>
    </a:lvl9pPr>
  </p:defaultTextStyle>
  <p:extLst>
    <p:ext uri="{521415D9-36F7-43E2-AB2F-B90AF26B5E84}">
      <p14:sectionLst xmlns:p14="http://schemas.microsoft.com/office/powerpoint/2010/main">
        <p14:section name="Blank" id="{66BDA81F-D41F-144D-ACFE-F24191F75121}">
          <p14:sldIdLst>
            <p14:sldId id="330"/>
            <p14:sldId id="576"/>
            <p14:sldId id="581"/>
            <p14:sldId id="578"/>
            <p14:sldId id="256"/>
            <p14:sldId id="582"/>
            <p14:sldId id="583"/>
            <p14:sldId id="584"/>
            <p14:sldId id="585"/>
            <p14:sldId id="579"/>
            <p14:sldId id="587"/>
            <p14:sldId id="589"/>
            <p14:sldId id="588"/>
            <p14:sldId id="580"/>
            <p14:sldId id="586"/>
          </p14:sldIdLst>
        </p14:section>
      </p14:sectionLst>
    </p:ext>
    <p:ext uri="{EFAFB233-063F-42B5-8137-9DF3F51BA10A}">
      <p15:sldGuideLst xmlns:p15="http://schemas.microsoft.com/office/powerpoint/2012/main">
        <p15:guide id="1" pos="808" userDrawn="1">
          <p15:clr>
            <a:srgbClr val="A4A3A4"/>
          </p15:clr>
        </p15:guide>
        <p15:guide id="2" pos="14552" userDrawn="1">
          <p15:clr>
            <a:srgbClr val="A4A3A4"/>
          </p15:clr>
        </p15:guide>
        <p15:guide id="3" orient="horz" pos="805" userDrawn="1">
          <p15:clr>
            <a:srgbClr val="A4A3A4"/>
          </p15:clr>
        </p15:guide>
        <p15:guide id="4" orient="horz" pos="7835"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BA00"/>
    <a:srgbClr val="121212"/>
    <a:srgbClr val="161616"/>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5A4AED5-7F7E-43E6-A565-30D2D57DBEE9}" v="135" dt="2024-04-24T18:57:17.907"/>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
          <a:latin typeface="Poppins Regular"/>
          <a:ea typeface="Poppins Regular"/>
          <a:cs typeface="Poppins Regular"/>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Poppins Bold"/>
          <a:ea typeface="Poppins Bold"/>
          <a:cs typeface="Poppins Bold"/>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5"/>
            </a:schemeClr>
          </a:solidFill>
        </a:fill>
      </a:tcStyle>
    </a:firstCol>
    <a:lastRow>
      <a:tcTxStyle b="off" i="off">
        <a:font>
          <a:latin typeface="Poppins Regular"/>
          <a:ea typeface="Poppins Regular"/>
          <a:cs typeface="Poppins Regular"/>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Poppins Bold"/>
          <a:ea typeface="Poppins Bold"/>
          <a:cs typeface="Poppins Bold"/>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
          <a:latin typeface="Poppins Regular"/>
          <a:ea typeface="Poppins Regular"/>
          <a:cs typeface="Poppins Regular"/>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i="off">
        <a:font>
          <a:latin typeface="Poppins Bold"/>
          <a:ea typeface="Poppins Bold"/>
          <a:cs typeface="Poppins Bold"/>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3">
              <a:hueOff val="362282"/>
              <a:satOff val="31803"/>
              <a:lumOff val="-18242"/>
            </a:schemeClr>
          </a:solidFill>
        </a:fill>
      </a:tcStyle>
    </a:firstCol>
    <a:lastRow>
      <a:tcTxStyle b="off" i="off">
        <a:font>
          <a:latin typeface="Poppins Regular"/>
          <a:ea typeface="Poppins Regular"/>
          <a:cs typeface="Poppins Regular"/>
        </a:font>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EBEBEB"/>
          </a:solidFill>
        </a:fill>
      </a:tcStyle>
    </a:lastRow>
    <a:firstRow>
      <a:tcTxStyle b="on" i="off">
        <a:font>
          <a:latin typeface="Poppins Bold"/>
          <a:ea typeface="Poppins Bold"/>
          <a:cs typeface="Poppins Bold"/>
        </a:font>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AF7E9"/>
          </a:solidFill>
        </a:fill>
      </a:tcStyle>
    </a:wholeTbl>
    <a:band2H>
      <a:tcTxStyle/>
      <a:tcStyle>
        <a:tcBdr/>
        <a:fill>
          <a:solidFill>
            <a:srgbClr val="EDEADD"/>
          </a:solidFill>
        </a:fill>
      </a:tcStyle>
    </a:band2H>
    <a:firstCol>
      <a:tcTxStyle b="on" i="off">
        <a:font>
          <a:latin typeface="Poppins Bold"/>
          <a:ea typeface="Poppins Bold"/>
          <a:cs typeface="Poppins Bold"/>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BA00"/>
          </a:solidFill>
        </a:fill>
      </a:tcStyle>
    </a:firstCol>
    <a:lastRow>
      <a:tcTxStyle b="on" i="off">
        <a:font>
          <a:latin typeface="Poppins Bold"/>
          <a:ea typeface="Poppins Bold"/>
          <a:cs typeface="Poppins Bold"/>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lastRow>
    <a:firstRow>
      <a:tcTxStyle b="on" i="off">
        <a:font>
          <a:latin typeface="Poppins Bold"/>
          <a:ea typeface="Poppins Bold"/>
          <a:cs typeface="Poppins Bold"/>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
          <a:latin typeface="Poppins Regular"/>
          <a:ea typeface="Poppins Regular"/>
          <a:cs typeface="Poppins Regular"/>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BEBEB"/>
          </a:solidFill>
        </a:fill>
      </a:tcStyle>
    </a:wholeTbl>
    <a:band2H>
      <a:tcTxStyle/>
      <a:tcStyle>
        <a:tcBdr/>
        <a:fill>
          <a:solidFill>
            <a:srgbClr val="DADBDA"/>
          </a:solidFill>
        </a:fill>
      </a:tcStyle>
    </a:band2H>
    <a:firstCol>
      <a:tcTxStyle b="on" i="off">
        <a:font>
          <a:latin typeface="Poppins Bold"/>
          <a:ea typeface="Poppins Bold"/>
          <a:cs typeface="Poppins Bold"/>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Poppins Bold"/>
          <a:ea typeface="Poppins Bold"/>
          <a:cs typeface="Poppins Bold"/>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lastRow>
    <a:firstRow>
      <a:tcTxStyle b="on" i="off">
        <a:font>
          <a:latin typeface="Poppins Bold"/>
          <a:ea typeface="Poppins Bold"/>
          <a:cs typeface="Poppins Bold"/>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
          <a:latin typeface="Poppins Regular"/>
          <a:ea typeface="Poppins Regular"/>
          <a:cs typeface="Poppins Regular"/>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B5B5C1"/>
          </a:solidFill>
        </a:fill>
      </a:tcStyle>
    </a:wholeTbl>
    <a:band2H>
      <a:tcTxStyle/>
      <a:tcStyle>
        <a:tcBdr/>
        <a:fill>
          <a:solidFill>
            <a:srgbClr val="9A9AA5"/>
          </a:solidFill>
        </a:fill>
      </a:tcStyle>
    </a:band2H>
    <a:firstCol>
      <a:tcTxStyle b="on" i="off">
        <a:font>
          <a:latin typeface="Poppins Bold"/>
          <a:ea typeface="Poppins Bold"/>
          <a:cs typeface="Poppins Bold"/>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85F"/>
          </a:solidFill>
        </a:fill>
      </a:tcStyle>
    </a:firstCol>
    <a:lastRow>
      <a:tcTxStyle b="on" i="off">
        <a:font>
          <a:latin typeface="Poppins Bold"/>
          <a:ea typeface="Poppins Bold"/>
          <a:cs typeface="Poppins Bold"/>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lastRow>
    <a:firstRow>
      <a:tcTxStyle b="on" i="off">
        <a:font>
          <a:latin typeface="Poppins Bold"/>
          <a:ea typeface="Poppins Bold"/>
          <a:cs typeface="Poppins Bold"/>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
          <a:latin typeface="Poppins Regular"/>
          <a:ea typeface="Poppins Regular"/>
          <a:cs typeface="Poppins Regular"/>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Poppins Bold"/>
          <a:ea typeface="Poppins Bold"/>
          <a:cs typeface="Poppins Bold"/>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Poppins Bold"/>
          <a:ea typeface="Poppins Bold"/>
          <a:cs typeface="Poppins Bold"/>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Poppins Bold"/>
          <a:ea typeface="Poppins Bold"/>
          <a:cs typeface="Poppins Bold"/>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174" autoAdjust="0"/>
    <p:restoredTop sz="96312"/>
  </p:normalViewPr>
  <p:slideViewPr>
    <p:cSldViewPr snapToGrid="0" snapToObjects="1" showGuides="1">
      <p:cViewPr varScale="1">
        <p:scale>
          <a:sx n="53" d="100"/>
          <a:sy n="53" d="100"/>
        </p:scale>
        <p:origin x="280" y="72"/>
      </p:cViewPr>
      <p:guideLst>
        <p:guide pos="808"/>
        <p:guide pos="14552"/>
        <p:guide orient="horz" pos="805"/>
        <p:guide orient="horz" pos="7835"/>
      </p:guideLst>
    </p:cSldViewPr>
  </p:slideViewPr>
  <p:notesTextViewPr>
    <p:cViewPr>
      <p:scale>
        <a:sx n="1" d="1"/>
        <a:sy n="1" d="1"/>
      </p:scale>
      <p:origin x="0" y="0"/>
    </p:cViewPr>
  </p:notesTextViewPr>
  <p:sorterViewPr>
    <p:cViewPr>
      <p:scale>
        <a:sx n="20" d="100"/>
        <a:sy n="20" d="100"/>
      </p:scale>
      <p:origin x="0" y="0"/>
    </p:cViewPr>
  </p:sorterViewPr>
  <p:notesViewPr>
    <p:cSldViewPr snapToGrid="0" snapToObjects="1" showGuides="1">
      <p:cViewPr varScale="1">
        <p:scale>
          <a:sx n="110" d="100"/>
          <a:sy n="110" d="100"/>
        </p:scale>
        <p:origin x="2848" y="16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ged Elhamady" userId="3c668177-9cc3-4dff-81f9-13505a85a121" providerId="ADAL" clId="{75A4AED5-7F7E-43E6-A565-30D2D57DBEE9}"/>
    <pc:docChg chg="undo redo custSel addSld delSld modSld sldOrd delSection modSection modNotesMaster modHandout">
      <pc:chgData name="Maged Elhamady" userId="3c668177-9cc3-4dff-81f9-13505a85a121" providerId="ADAL" clId="{75A4AED5-7F7E-43E6-A565-30D2D57DBEE9}" dt="2024-04-24T18:57:47.126" v="5499" actId="14100"/>
      <pc:docMkLst>
        <pc:docMk/>
      </pc:docMkLst>
      <pc:sldChg chg="addSp delSp modSp mod ord setBg">
        <pc:chgData name="Maged Elhamady" userId="3c668177-9cc3-4dff-81f9-13505a85a121" providerId="ADAL" clId="{75A4AED5-7F7E-43E6-A565-30D2D57DBEE9}" dt="2024-04-04T05:18:59.002" v="2979" actId="478"/>
        <pc:sldMkLst>
          <pc:docMk/>
          <pc:sldMk cId="902853679" sldId="256"/>
        </pc:sldMkLst>
        <pc:spChg chg="add del mod">
          <ac:chgData name="Maged Elhamady" userId="3c668177-9cc3-4dff-81f9-13505a85a121" providerId="ADAL" clId="{75A4AED5-7F7E-43E6-A565-30D2D57DBEE9}" dt="2024-04-04T05:18:59.002" v="2979" actId="478"/>
          <ac:spMkLst>
            <pc:docMk/>
            <pc:sldMk cId="902853679" sldId="256"/>
            <ac:spMk id="2" creationId="{3F656155-B001-3B9E-0374-B222168F74E9}"/>
          </ac:spMkLst>
        </pc:spChg>
        <pc:spChg chg="del">
          <ac:chgData name="Maged Elhamady" userId="3c668177-9cc3-4dff-81f9-13505a85a121" providerId="ADAL" clId="{75A4AED5-7F7E-43E6-A565-30D2D57DBEE9}" dt="2024-04-01T07:32:52.605" v="719" actId="478"/>
          <ac:spMkLst>
            <pc:docMk/>
            <pc:sldMk cId="902853679" sldId="256"/>
            <ac:spMk id="3" creationId="{1B65091A-5A35-FA65-AFA6-4D64315C6B94}"/>
          </ac:spMkLst>
        </pc:spChg>
        <pc:spChg chg="add del">
          <ac:chgData name="Maged Elhamady" userId="3c668177-9cc3-4dff-81f9-13505a85a121" providerId="ADAL" clId="{75A4AED5-7F7E-43E6-A565-30D2D57DBEE9}" dt="2024-04-01T07:32:57.924" v="726" actId="26606"/>
          <ac:spMkLst>
            <pc:docMk/>
            <pc:sldMk cId="902853679" sldId="256"/>
            <ac:spMk id="6" creationId="{F3060C83-F051-4F0E-ABAD-AA0DFC48B218}"/>
          </ac:spMkLst>
        </pc:spChg>
        <pc:spChg chg="add del">
          <ac:chgData name="Maged Elhamady" userId="3c668177-9cc3-4dff-81f9-13505a85a121" providerId="ADAL" clId="{75A4AED5-7F7E-43E6-A565-30D2D57DBEE9}" dt="2024-04-01T07:32:56.051" v="722" actId="26606"/>
          <ac:spMkLst>
            <pc:docMk/>
            <pc:sldMk cId="902853679" sldId="256"/>
            <ac:spMk id="9" creationId="{42A4FC2C-047E-45A5-965D-8E1E3BF09BC6}"/>
          </ac:spMkLst>
        </pc:spChg>
        <pc:spChg chg="add del">
          <ac:chgData name="Maged Elhamady" userId="3c668177-9cc3-4dff-81f9-13505a85a121" providerId="ADAL" clId="{75A4AED5-7F7E-43E6-A565-30D2D57DBEE9}" dt="2024-04-01T07:32:57.924" v="726" actId="26606"/>
          <ac:spMkLst>
            <pc:docMk/>
            <pc:sldMk cId="902853679" sldId="256"/>
            <ac:spMk id="11" creationId="{83C98ABE-055B-441F-B07E-44F97F083C39}"/>
          </ac:spMkLst>
        </pc:spChg>
        <pc:spChg chg="add del">
          <ac:chgData name="Maged Elhamady" userId="3c668177-9cc3-4dff-81f9-13505a85a121" providerId="ADAL" clId="{75A4AED5-7F7E-43E6-A565-30D2D57DBEE9}" dt="2024-04-01T07:32:57.924" v="726" actId="26606"/>
          <ac:spMkLst>
            <pc:docMk/>
            <pc:sldMk cId="902853679" sldId="256"/>
            <ac:spMk id="13" creationId="{29FDB030-9B49-4CED-8CCD-4D99382388AC}"/>
          </ac:spMkLst>
        </pc:spChg>
        <pc:spChg chg="add del">
          <ac:chgData name="Maged Elhamady" userId="3c668177-9cc3-4dff-81f9-13505a85a121" providerId="ADAL" clId="{75A4AED5-7F7E-43E6-A565-30D2D57DBEE9}" dt="2024-04-03T20:08:18.296" v="1460" actId="478"/>
          <ac:spMkLst>
            <pc:docMk/>
            <pc:sldMk cId="902853679" sldId="256"/>
            <ac:spMk id="13" creationId="{762E4B5B-BFE2-A006-C71B-177D4B403DC4}"/>
          </ac:spMkLst>
        </pc:spChg>
        <pc:spChg chg="add mod ord">
          <ac:chgData name="Maged Elhamady" userId="3c668177-9cc3-4dff-81f9-13505a85a121" providerId="ADAL" clId="{75A4AED5-7F7E-43E6-A565-30D2D57DBEE9}" dt="2024-04-03T20:42:40.139" v="1718" actId="20577"/>
          <ac:spMkLst>
            <pc:docMk/>
            <pc:sldMk cId="902853679" sldId="256"/>
            <ac:spMk id="14" creationId="{CADF01CC-2569-D823-7F26-D4109C6320AA}"/>
          </ac:spMkLst>
        </pc:spChg>
        <pc:spChg chg="add mod">
          <ac:chgData name="Maged Elhamady" userId="3c668177-9cc3-4dff-81f9-13505a85a121" providerId="ADAL" clId="{75A4AED5-7F7E-43E6-A565-30D2D57DBEE9}" dt="2024-04-03T20:12:10.256" v="1508" actId="948"/>
          <ac:spMkLst>
            <pc:docMk/>
            <pc:sldMk cId="902853679" sldId="256"/>
            <ac:spMk id="15" creationId="{0BE4388F-302A-6A62-9085-AC9957F55A5C}"/>
          </ac:spMkLst>
        </pc:spChg>
        <pc:spChg chg="add del">
          <ac:chgData name="Maged Elhamady" userId="3c668177-9cc3-4dff-81f9-13505a85a121" providerId="ADAL" clId="{75A4AED5-7F7E-43E6-A565-30D2D57DBEE9}" dt="2024-04-01T07:32:57.924" v="726" actId="26606"/>
          <ac:spMkLst>
            <pc:docMk/>
            <pc:sldMk cId="902853679" sldId="256"/>
            <ac:spMk id="15" creationId="{3783CA14-24A1-485C-8B30-D6A5D87987AD}"/>
          </ac:spMkLst>
        </pc:spChg>
        <pc:spChg chg="add del">
          <ac:chgData name="Maged Elhamady" userId="3c668177-9cc3-4dff-81f9-13505a85a121" providerId="ADAL" clId="{75A4AED5-7F7E-43E6-A565-30D2D57DBEE9}" dt="2024-04-03T20:05:13.347" v="1441" actId="26606"/>
          <ac:spMkLst>
            <pc:docMk/>
            <pc:sldMk cId="902853679" sldId="256"/>
            <ac:spMk id="16" creationId="{37C89E4B-3C9F-44B9-8B86-D9E3D112D8EC}"/>
          </ac:spMkLst>
        </pc:spChg>
        <pc:spChg chg="add del">
          <ac:chgData name="Maged Elhamady" userId="3c668177-9cc3-4dff-81f9-13505a85a121" providerId="ADAL" clId="{75A4AED5-7F7E-43E6-A565-30D2D57DBEE9}" dt="2024-04-01T07:32:57.924" v="726" actId="26606"/>
          <ac:spMkLst>
            <pc:docMk/>
            <pc:sldMk cId="902853679" sldId="256"/>
            <ac:spMk id="17" creationId="{9A97C86A-04D6-40F7-AE84-31AB43E6A846}"/>
          </ac:spMkLst>
        </pc:spChg>
        <pc:spChg chg="add mod">
          <ac:chgData name="Maged Elhamady" userId="3c668177-9cc3-4dff-81f9-13505a85a121" providerId="ADAL" clId="{75A4AED5-7F7E-43E6-A565-30D2D57DBEE9}" dt="2024-04-03T20:12:10.256" v="1508" actId="948"/>
          <ac:spMkLst>
            <pc:docMk/>
            <pc:sldMk cId="902853679" sldId="256"/>
            <ac:spMk id="17" creationId="{BBB84AC2-BBA5-3A55-712A-27A52A7857AC}"/>
          </ac:spMkLst>
        </pc:spChg>
        <pc:spChg chg="add mod">
          <ac:chgData name="Maged Elhamady" userId="3c668177-9cc3-4dff-81f9-13505a85a121" providerId="ADAL" clId="{75A4AED5-7F7E-43E6-A565-30D2D57DBEE9}" dt="2024-04-03T20:14:31.647" v="1543" actId="948"/>
          <ac:spMkLst>
            <pc:docMk/>
            <pc:sldMk cId="902853679" sldId="256"/>
            <ac:spMk id="19" creationId="{522EF517-FFEC-D8E0-F7AD-E2C928BD5D02}"/>
          </ac:spMkLst>
        </pc:spChg>
        <pc:spChg chg="add del">
          <ac:chgData name="Maged Elhamady" userId="3c668177-9cc3-4dff-81f9-13505a85a121" providerId="ADAL" clId="{75A4AED5-7F7E-43E6-A565-30D2D57DBEE9}" dt="2024-04-01T07:32:57.924" v="726" actId="26606"/>
          <ac:spMkLst>
            <pc:docMk/>
            <pc:sldMk cId="902853679" sldId="256"/>
            <ac:spMk id="19" creationId="{FF9F2414-84E8-453E-B1F3-389FDE8192D9}"/>
          </ac:spMkLst>
        </pc:spChg>
        <pc:spChg chg="add del">
          <ac:chgData name="Maged Elhamady" userId="3c668177-9cc3-4dff-81f9-13505a85a121" providerId="ADAL" clId="{75A4AED5-7F7E-43E6-A565-30D2D57DBEE9}" dt="2024-04-01T07:32:57.924" v="726" actId="26606"/>
          <ac:spMkLst>
            <pc:docMk/>
            <pc:sldMk cId="902853679" sldId="256"/>
            <ac:spMk id="21" creationId="{3ECA69A1-7536-43AC-85EF-C7106179F5ED}"/>
          </ac:spMkLst>
        </pc:spChg>
        <pc:spChg chg="add mod">
          <ac:chgData name="Maged Elhamady" userId="3c668177-9cc3-4dff-81f9-13505a85a121" providerId="ADAL" clId="{75A4AED5-7F7E-43E6-A565-30D2D57DBEE9}" dt="2024-04-03T20:14:31.647" v="1543" actId="948"/>
          <ac:spMkLst>
            <pc:docMk/>
            <pc:sldMk cId="902853679" sldId="256"/>
            <ac:spMk id="21" creationId="{8AC1CDAD-4C47-80D7-FA56-E73DE10097C8}"/>
          </ac:spMkLst>
        </pc:spChg>
        <pc:spChg chg="add del">
          <ac:chgData name="Maged Elhamady" userId="3c668177-9cc3-4dff-81f9-13505a85a121" providerId="ADAL" clId="{75A4AED5-7F7E-43E6-A565-30D2D57DBEE9}" dt="2024-04-03T20:06:56.906" v="1449" actId="26606"/>
          <ac:spMkLst>
            <pc:docMk/>
            <pc:sldMk cId="902853679" sldId="256"/>
            <ac:spMk id="22" creationId="{A8384FB5-9ADC-4DDC-881B-597D56F5B15D}"/>
          </ac:spMkLst>
        </pc:spChg>
        <pc:spChg chg="add del">
          <ac:chgData name="Maged Elhamady" userId="3c668177-9cc3-4dff-81f9-13505a85a121" providerId="ADAL" clId="{75A4AED5-7F7E-43E6-A565-30D2D57DBEE9}" dt="2024-04-01T07:32:59.414" v="728" actId="26606"/>
          <ac:spMkLst>
            <pc:docMk/>
            <pc:sldMk cId="902853679" sldId="256"/>
            <ac:spMk id="23" creationId="{AB8C311F-7253-4AED-9701-7FC0708C41C7}"/>
          </ac:spMkLst>
        </pc:spChg>
        <pc:spChg chg="add mod">
          <ac:chgData name="Maged Elhamady" userId="3c668177-9cc3-4dff-81f9-13505a85a121" providerId="ADAL" clId="{75A4AED5-7F7E-43E6-A565-30D2D57DBEE9}" dt="2024-04-03T20:15:44.785" v="1604" actId="1076"/>
          <ac:spMkLst>
            <pc:docMk/>
            <pc:sldMk cId="902853679" sldId="256"/>
            <ac:spMk id="23" creationId="{E26D2EFC-0FAE-6004-645E-B3075C03957B}"/>
          </ac:spMkLst>
        </pc:spChg>
        <pc:spChg chg="add del">
          <ac:chgData name="Maged Elhamady" userId="3c668177-9cc3-4dff-81f9-13505a85a121" providerId="ADAL" clId="{75A4AED5-7F7E-43E6-A565-30D2D57DBEE9}" dt="2024-04-01T07:32:59.414" v="728" actId="26606"/>
          <ac:spMkLst>
            <pc:docMk/>
            <pc:sldMk cId="902853679" sldId="256"/>
            <ac:spMk id="24" creationId="{E2384209-CB15-4CDF-9D31-C44FD9A3F20D}"/>
          </ac:spMkLst>
        </pc:spChg>
        <pc:spChg chg="add mod">
          <ac:chgData name="Maged Elhamady" userId="3c668177-9cc3-4dff-81f9-13505a85a121" providerId="ADAL" clId="{75A4AED5-7F7E-43E6-A565-30D2D57DBEE9}" dt="2024-04-03T20:15:44.785" v="1604" actId="1076"/>
          <ac:spMkLst>
            <pc:docMk/>
            <pc:sldMk cId="902853679" sldId="256"/>
            <ac:spMk id="24" creationId="{F373A182-A10F-F6FE-069A-8D041DDF23E6}"/>
          </ac:spMkLst>
        </pc:spChg>
        <pc:spChg chg="add del">
          <ac:chgData name="Maged Elhamady" userId="3c668177-9cc3-4dff-81f9-13505a85a121" providerId="ADAL" clId="{75A4AED5-7F7E-43E6-A565-30D2D57DBEE9}" dt="2024-04-01T07:32:59.414" v="728" actId="26606"/>
          <ac:spMkLst>
            <pc:docMk/>
            <pc:sldMk cId="902853679" sldId="256"/>
            <ac:spMk id="25" creationId="{2633B3B5-CC90-43F0-8714-D31D1F3F0209}"/>
          </ac:spMkLst>
        </pc:spChg>
        <pc:spChg chg="add mod">
          <ac:chgData name="Maged Elhamady" userId="3c668177-9cc3-4dff-81f9-13505a85a121" providerId="ADAL" clId="{75A4AED5-7F7E-43E6-A565-30D2D57DBEE9}" dt="2024-04-03T20:15:41.743" v="1598" actId="571"/>
          <ac:spMkLst>
            <pc:docMk/>
            <pc:sldMk cId="902853679" sldId="256"/>
            <ac:spMk id="26" creationId="{806E36A9-86E5-4C4E-B483-59E2E56A3456}"/>
          </ac:spMkLst>
        </pc:spChg>
        <pc:spChg chg="add del">
          <ac:chgData name="Maged Elhamady" userId="3c668177-9cc3-4dff-81f9-13505a85a121" providerId="ADAL" clId="{75A4AED5-7F7E-43E6-A565-30D2D57DBEE9}" dt="2024-04-01T07:32:59.414" v="728" actId="26606"/>
          <ac:spMkLst>
            <pc:docMk/>
            <pc:sldMk cId="902853679" sldId="256"/>
            <ac:spMk id="26" creationId="{A8D57A06-A426-446D-B02C-A2DC6B62E45E}"/>
          </ac:spMkLst>
        </pc:spChg>
        <pc:spChg chg="add del">
          <ac:chgData name="Maged Elhamady" userId="3c668177-9cc3-4dff-81f9-13505a85a121" providerId="ADAL" clId="{75A4AED5-7F7E-43E6-A565-30D2D57DBEE9}" dt="2024-04-01T07:33:00.541" v="730" actId="26606"/>
          <ac:spMkLst>
            <pc:docMk/>
            <pc:sldMk cId="902853679" sldId="256"/>
            <ac:spMk id="28" creationId="{32BC26D8-82FB-445E-AA49-62A77D7C1EE0}"/>
          </ac:spMkLst>
        </pc:spChg>
        <pc:spChg chg="add mod">
          <ac:chgData name="Maged Elhamady" userId="3c668177-9cc3-4dff-81f9-13505a85a121" providerId="ADAL" clId="{75A4AED5-7F7E-43E6-A565-30D2D57DBEE9}" dt="2024-04-03T20:15:41.743" v="1598" actId="571"/>
          <ac:spMkLst>
            <pc:docMk/>
            <pc:sldMk cId="902853679" sldId="256"/>
            <ac:spMk id="28" creationId="{3694A2F5-4624-0EE2-CEBF-7FB4EA0481FA}"/>
          </ac:spMkLst>
        </pc:spChg>
        <pc:spChg chg="add del">
          <ac:chgData name="Maged Elhamady" userId="3c668177-9cc3-4dff-81f9-13505a85a121" providerId="ADAL" clId="{75A4AED5-7F7E-43E6-A565-30D2D57DBEE9}" dt="2024-04-01T07:33:00.541" v="730" actId="26606"/>
          <ac:spMkLst>
            <pc:docMk/>
            <pc:sldMk cId="902853679" sldId="256"/>
            <ac:spMk id="29" creationId="{CB44330D-EA18-4254-AA95-EB49948539B8}"/>
          </ac:spMkLst>
        </pc:spChg>
        <pc:spChg chg="add del">
          <ac:chgData name="Maged Elhamady" userId="3c668177-9cc3-4dff-81f9-13505a85a121" providerId="ADAL" clId="{75A4AED5-7F7E-43E6-A565-30D2D57DBEE9}" dt="2024-04-03T20:06:56.906" v="1449" actId="26606"/>
          <ac:spMkLst>
            <pc:docMk/>
            <pc:sldMk cId="902853679" sldId="256"/>
            <ac:spMk id="30" creationId="{91E5A9A7-95C6-4F4F-B00E-C82E07FE62EF}"/>
          </ac:spMkLst>
        </pc:spChg>
        <pc:spChg chg="add del">
          <ac:chgData name="Maged Elhamady" userId="3c668177-9cc3-4dff-81f9-13505a85a121" providerId="ADAL" clId="{75A4AED5-7F7E-43E6-A565-30D2D57DBEE9}" dt="2024-04-01T07:33:01.888" v="732" actId="26606"/>
          <ac:spMkLst>
            <pc:docMk/>
            <pc:sldMk cId="902853679" sldId="256"/>
            <ac:spMk id="31" creationId="{63644BFD-D22E-4019-B666-387DA51AEAFD}"/>
          </ac:spMkLst>
        </pc:spChg>
        <pc:spChg chg="add mod">
          <ac:chgData name="Maged Elhamady" userId="3c668177-9cc3-4dff-81f9-13505a85a121" providerId="ADAL" clId="{75A4AED5-7F7E-43E6-A565-30D2D57DBEE9}" dt="2024-04-03T20:15:47.359" v="1606" actId="571"/>
          <ac:spMkLst>
            <pc:docMk/>
            <pc:sldMk cId="902853679" sldId="256"/>
            <ac:spMk id="31" creationId="{69D62D89-5029-7BA6-A58F-4968A1366398}"/>
          </ac:spMkLst>
        </pc:spChg>
        <pc:spChg chg="add mod">
          <ac:chgData name="Maged Elhamady" userId="3c668177-9cc3-4dff-81f9-13505a85a121" providerId="ADAL" clId="{75A4AED5-7F7E-43E6-A565-30D2D57DBEE9}" dt="2024-04-03T20:15:47.359" v="1606" actId="571"/>
          <ac:spMkLst>
            <pc:docMk/>
            <pc:sldMk cId="902853679" sldId="256"/>
            <ac:spMk id="32" creationId="{ECB920F1-3037-A359-0B45-2E94BAD5EC18}"/>
          </ac:spMkLst>
        </pc:spChg>
        <pc:spChg chg="add del">
          <ac:chgData name="Maged Elhamady" userId="3c668177-9cc3-4dff-81f9-13505a85a121" providerId="ADAL" clId="{75A4AED5-7F7E-43E6-A565-30D2D57DBEE9}" dt="2024-04-03T20:06:56.906" v="1449" actId="26606"/>
          <ac:spMkLst>
            <pc:docMk/>
            <pc:sldMk cId="902853679" sldId="256"/>
            <ac:spMk id="33" creationId="{D07DD2DE-F619-49DD-B5E7-03A290FF4ED1}"/>
          </ac:spMkLst>
        </pc:spChg>
        <pc:spChg chg="add del">
          <ac:chgData name="Maged Elhamady" userId="3c668177-9cc3-4dff-81f9-13505a85a121" providerId="ADAL" clId="{75A4AED5-7F7E-43E6-A565-30D2D57DBEE9}" dt="2024-04-01T07:33:01.888" v="732" actId="26606"/>
          <ac:spMkLst>
            <pc:docMk/>
            <pc:sldMk cId="902853679" sldId="256"/>
            <ac:spMk id="34" creationId="{3776B14B-F2F4-4825-8DA8-8C7A0F2B3960}"/>
          </ac:spMkLst>
        </pc:spChg>
        <pc:spChg chg="add mod">
          <ac:chgData name="Maged Elhamady" userId="3c668177-9cc3-4dff-81f9-13505a85a121" providerId="ADAL" clId="{75A4AED5-7F7E-43E6-A565-30D2D57DBEE9}" dt="2024-04-03T20:16:22.992" v="1632" actId="14100"/>
          <ac:spMkLst>
            <pc:docMk/>
            <pc:sldMk cId="902853679" sldId="256"/>
            <ac:spMk id="34" creationId="{99AFA47A-2D66-0224-2086-677FE323EB7A}"/>
          </ac:spMkLst>
        </pc:spChg>
        <pc:spChg chg="add del">
          <ac:chgData name="Maged Elhamady" userId="3c668177-9cc3-4dff-81f9-13505a85a121" providerId="ADAL" clId="{75A4AED5-7F7E-43E6-A565-30D2D57DBEE9}" dt="2024-04-03T20:06:02.747" v="1445" actId="26606"/>
          <ac:spMkLst>
            <pc:docMk/>
            <pc:sldMk cId="902853679" sldId="256"/>
            <ac:spMk id="35" creationId="{37C89E4B-3C9F-44B9-8B86-D9E3D112D8EC}"/>
          </ac:spMkLst>
        </pc:spChg>
        <pc:spChg chg="add mod">
          <ac:chgData name="Maged Elhamady" userId="3c668177-9cc3-4dff-81f9-13505a85a121" providerId="ADAL" clId="{75A4AED5-7F7E-43E6-A565-30D2D57DBEE9}" dt="2024-04-03T20:16:14.344" v="1630" actId="1076"/>
          <ac:spMkLst>
            <pc:docMk/>
            <pc:sldMk cId="902853679" sldId="256"/>
            <ac:spMk id="36" creationId="{93AE9EB4-078D-0081-B614-F0FAA85D0FCB}"/>
          </ac:spMkLst>
        </pc:spChg>
        <pc:spChg chg="add del">
          <ac:chgData name="Maged Elhamady" userId="3c668177-9cc3-4dff-81f9-13505a85a121" providerId="ADAL" clId="{75A4AED5-7F7E-43E6-A565-30D2D57DBEE9}" dt="2024-04-01T07:33:02.861" v="734" actId="26606"/>
          <ac:spMkLst>
            <pc:docMk/>
            <pc:sldMk cId="902853679" sldId="256"/>
            <ac:spMk id="36" creationId="{AB8C311F-7253-4AED-9701-7FC0708C41C7}"/>
          </ac:spMkLst>
        </pc:spChg>
        <pc:spChg chg="add del">
          <ac:chgData name="Maged Elhamady" userId="3c668177-9cc3-4dff-81f9-13505a85a121" providerId="ADAL" clId="{75A4AED5-7F7E-43E6-A565-30D2D57DBEE9}" dt="2024-04-01T07:33:02.861" v="734" actId="26606"/>
          <ac:spMkLst>
            <pc:docMk/>
            <pc:sldMk cId="902853679" sldId="256"/>
            <ac:spMk id="37" creationId="{E2384209-CB15-4CDF-9D31-C44FD9A3F20D}"/>
          </ac:spMkLst>
        </pc:spChg>
        <pc:spChg chg="add del">
          <ac:chgData name="Maged Elhamady" userId="3c668177-9cc3-4dff-81f9-13505a85a121" providerId="ADAL" clId="{75A4AED5-7F7E-43E6-A565-30D2D57DBEE9}" dt="2024-04-01T07:33:02.861" v="734" actId="26606"/>
          <ac:spMkLst>
            <pc:docMk/>
            <pc:sldMk cId="902853679" sldId="256"/>
            <ac:spMk id="38" creationId="{2633B3B5-CC90-43F0-8714-D31D1F3F0209}"/>
          </ac:spMkLst>
        </pc:spChg>
        <pc:spChg chg="add del">
          <ac:chgData name="Maged Elhamady" userId="3c668177-9cc3-4dff-81f9-13505a85a121" providerId="ADAL" clId="{75A4AED5-7F7E-43E6-A565-30D2D57DBEE9}" dt="2024-04-01T07:33:02.861" v="734" actId="26606"/>
          <ac:spMkLst>
            <pc:docMk/>
            <pc:sldMk cId="902853679" sldId="256"/>
            <ac:spMk id="39" creationId="{A8D57A06-A426-446D-B02C-A2DC6B62E45E}"/>
          </ac:spMkLst>
        </pc:spChg>
        <pc:spChg chg="add del">
          <ac:chgData name="Maged Elhamady" userId="3c668177-9cc3-4dff-81f9-13505a85a121" providerId="ADAL" clId="{75A4AED5-7F7E-43E6-A565-30D2D57DBEE9}" dt="2024-04-01T07:33:05.412" v="736" actId="26606"/>
          <ac:spMkLst>
            <pc:docMk/>
            <pc:sldMk cId="902853679" sldId="256"/>
            <ac:spMk id="41" creationId="{22F15A2D-2324-487D-A02A-BF46C5C580EB}"/>
          </ac:spMkLst>
        </pc:spChg>
        <pc:spChg chg="add del">
          <ac:chgData name="Maged Elhamady" userId="3c668177-9cc3-4dff-81f9-13505a85a121" providerId="ADAL" clId="{75A4AED5-7F7E-43E6-A565-30D2D57DBEE9}" dt="2024-04-01T07:33:05.412" v="736" actId="26606"/>
          <ac:spMkLst>
            <pc:docMk/>
            <pc:sldMk cId="902853679" sldId="256"/>
            <ac:spMk id="42" creationId="{17A7F34E-D418-47E2-9F86-2C45BBC31210}"/>
          </ac:spMkLst>
        </pc:spChg>
        <pc:spChg chg="add del">
          <ac:chgData name="Maged Elhamady" userId="3c668177-9cc3-4dff-81f9-13505a85a121" providerId="ADAL" clId="{75A4AED5-7F7E-43E6-A565-30D2D57DBEE9}" dt="2024-04-01T07:33:05.412" v="736" actId="26606"/>
          <ac:spMkLst>
            <pc:docMk/>
            <pc:sldMk cId="902853679" sldId="256"/>
            <ac:spMk id="43" creationId="{2AEAFA59-923A-4F54-8B49-44C970BCC323}"/>
          </ac:spMkLst>
        </pc:spChg>
        <pc:spChg chg="add del">
          <ac:chgData name="Maged Elhamady" userId="3c668177-9cc3-4dff-81f9-13505a85a121" providerId="ADAL" clId="{75A4AED5-7F7E-43E6-A565-30D2D57DBEE9}" dt="2024-04-03T20:06:56.906" v="1449" actId="26606"/>
          <ac:spMkLst>
            <pc:docMk/>
            <pc:sldMk cId="902853679" sldId="256"/>
            <ac:spMk id="45" creationId="{85149191-5F60-4A28-AAFF-039F96B0F3EC}"/>
          </ac:spMkLst>
        </pc:spChg>
        <pc:spChg chg="add del">
          <ac:chgData name="Maged Elhamady" userId="3c668177-9cc3-4dff-81f9-13505a85a121" providerId="ADAL" clId="{75A4AED5-7F7E-43E6-A565-30D2D57DBEE9}" dt="2024-04-03T20:06:56.906" v="1449" actId="26606"/>
          <ac:spMkLst>
            <pc:docMk/>
            <pc:sldMk cId="902853679" sldId="256"/>
            <ac:spMk id="46" creationId="{F8260ED5-17F7-4158-B241-D51DD4CF1B7E}"/>
          </ac:spMkLst>
        </pc:spChg>
        <pc:spChg chg="add">
          <ac:chgData name="Maged Elhamady" userId="3c668177-9cc3-4dff-81f9-13505a85a121" providerId="ADAL" clId="{75A4AED5-7F7E-43E6-A565-30D2D57DBEE9}" dt="2024-04-03T20:06:56.910" v="1450" actId="26606"/>
          <ac:spMkLst>
            <pc:docMk/>
            <pc:sldMk cId="902853679" sldId="256"/>
            <ac:spMk id="48" creationId="{7DA3C418-758E-4180-A5D0-8655D6804587}"/>
          </ac:spMkLst>
        </pc:spChg>
        <pc:spChg chg="add">
          <ac:chgData name="Maged Elhamady" userId="3c668177-9cc3-4dff-81f9-13505a85a121" providerId="ADAL" clId="{75A4AED5-7F7E-43E6-A565-30D2D57DBEE9}" dt="2024-04-03T20:06:56.910" v="1450" actId="26606"/>
          <ac:spMkLst>
            <pc:docMk/>
            <pc:sldMk cId="902853679" sldId="256"/>
            <ac:spMk id="49" creationId="{28C8EF06-5EC3-4883-AFAF-D74FF46550FB}"/>
          </ac:spMkLst>
        </pc:spChg>
        <pc:grpChg chg="add del">
          <ac:chgData name="Maged Elhamady" userId="3c668177-9cc3-4dff-81f9-13505a85a121" providerId="ADAL" clId="{75A4AED5-7F7E-43E6-A565-30D2D57DBEE9}" dt="2024-04-03T20:05:15.574" v="1443" actId="26606"/>
          <ac:grpSpMkLst>
            <pc:docMk/>
            <pc:sldMk cId="902853679" sldId="256"/>
            <ac:grpSpMk id="27" creationId="{6E61B563-A4B2-5783-81AF-A2A053D74769}"/>
          </ac:grpSpMkLst>
        </pc:grpChg>
        <pc:grpChg chg="add del">
          <ac:chgData name="Maged Elhamady" userId="3c668177-9cc3-4dff-81f9-13505a85a121" providerId="ADAL" clId="{75A4AED5-7F7E-43E6-A565-30D2D57DBEE9}" dt="2024-04-01T07:33:01.888" v="732" actId="26606"/>
          <ac:grpSpMkLst>
            <pc:docMk/>
            <pc:sldMk cId="902853679" sldId="256"/>
            <ac:grpSpMk id="32" creationId="{5FE9FE4C-C9E0-4C54-8010-EA9D29CD4D59}"/>
          </ac:grpSpMkLst>
        </pc:grpChg>
        <pc:picChg chg="add del mod">
          <ac:chgData name="Maged Elhamady" userId="3c668177-9cc3-4dff-81f9-13505a85a121" providerId="ADAL" clId="{75A4AED5-7F7E-43E6-A565-30D2D57DBEE9}" dt="2024-04-03T20:06:04.344" v="1446" actId="22"/>
          <ac:picMkLst>
            <pc:docMk/>
            <pc:sldMk cId="902853679" sldId="256"/>
            <ac:picMk id="3" creationId="{20F5922C-1C50-B73F-255B-B4C32AF0D779}"/>
          </ac:picMkLst>
        </pc:picChg>
        <pc:picChg chg="add del mod">
          <ac:chgData name="Maged Elhamady" userId="3c668177-9cc3-4dff-81f9-13505a85a121" providerId="ADAL" clId="{75A4AED5-7F7E-43E6-A565-30D2D57DBEE9}" dt="2024-04-01T07:33:05.688" v="737" actId="22"/>
          <ac:picMkLst>
            <pc:docMk/>
            <pc:sldMk cId="902853679" sldId="256"/>
            <ac:picMk id="4" creationId="{DE2DB2DB-7C75-EACB-159F-8EDEB36E0318}"/>
          </ac:picMkLst>
        </pc:picChg>
        <pc:picChg chg="add mod">
          <ac:chgData name="Maged Elhamady" userId="3c668177-9cc3-4dff-81f9-13505a85a121" providerId="ADAL" clId="{75A4AED5-7F7E-43E6-A565-30D2D57DBEE9}" dt="2024-04-03T20:15:08.849" v="1574" actId="1076"/>
          <ac:picMkLst>
            <pc:docMk/>
            <pc:sldMk cId="902853679" sldId="256"/>
            <ac:picMk id="5" creationId="{A9A5192A-B75C-555C-0881-3A1504CACD0C}"/>
          </ac:picMkLst>
        </pc:picChg>
        <pc:picChg chg="add del mod">
          <ac:chgData name="Maged Elhamady" userId="3c668177-9cc3-4dff-81f9-13505a85a121" providerId="ADAL" clId="{75A4AED5-7F7E-43E6-A565-30D2D57DBEE9}" dt="2024-04-01T08:07:54.935" v="938" actId="478"/>
          <ac:picMkLst>
            <pc:docMk/>
            <pc:sldMk cId="902853679" sldId="256"/>
            <ac:picMk id="7" creationId="{D319BA26-0EFE-3BD9-5548-0F31724F1647}"/>
          </ac:picMkLst>
        </pc:picChg>
        <pc:picChg chg="add del">
          <ac:chgData name="Maged Elhamady" userId="3c668177-9cc3-4dff-81f9-13505a85a121" providerId="ADAL" clId="{75A4AED5-7F7E-43E6-A565-30D2D57DBEE9}" dt="2024-04-03T19:36:35.140" v="1338" actId="478"/>
          <ac:picMkLst>
            <pc:docMk/>
            <pc:sldMk cId="902853679" sldId="256"/>
            <ac:picMk id="10" creationId="{ABBDA146-09CB-208C-F839-D0FB608C1676}"/>
          </ac:picMkLst>
        </pc:picChg>
        <pc:picChg chg="add mod">
          <ac:chgData name="Maged Elhamady" userId="3c668177-9cc3-4dff-81f9-13505a85a121" providerId="ADAL" clId="{75A4AED5-7F7E-43E6-A565-30D2D57DBEE9}" dt="2024-04-03T20:15:41.743" v="1598" actId="571"/>
          <ac:picMkLst>
            <pc:docMk/>
            <pc:sldMk cId="902853679" sldId="256"/>
            <ac:picMk id="25" creationId="{EAB4E61D-C130-AD07-4D68-68CE1F2286C0}"/>
          </ac:picMkLst>
        </pc:picChg>
        <pc:picChg chg="add mod">
          <ac:chgData name="Maged Elhamady" userId="3c668177-9cc3-4dff-81f9-13505a85a121" providerId="ADAL" clId="{75A4AED5-7F7E-43E6-A565-30D2D57DBEE9}" dt="2024-04-03T20:15:47.359" v="1606" actId="571"/>
          <ac:picMkLst>
            <pc:docMk/>
            <pc:sldMk cId="902853679" sldId="256"/>
            <ac:picMk id="29" creationId="{3D4E5EF9-C864-75C9-1B9F-DDB999AE0EB3}"/>
          </ac:picMkLst>
        </pc:picChg>
        <pc:cxnChg chg="add del mod">
          <ac:chgData name="Maged Elhamady" userId="3c668177-9cc3-4dff-81f9-13505a85a121" providerId="ADAL" clId="{75A4AED5-7F7E-43E6-A565-30D2D57DBEE9}" dt="2024-04-03T20:07:17.750" v="1454" actId="11529"/>
          <ac:cxnSpMkLst>
            <pc:docMk/>
            <pc:sldMk cId="902853679" sldId="256"/>
            <ac:cxnSpMk id="7" creationId="{C086A6A1-2A85-E2AE-3E08-FEFC7906A88F}"/>
          </ac:cxnSpMkLst>
        </pc:cxnChg>
        <pc:cxnChg chg="add del mod">
          <ac:chgData name="Maged Elhamady" userId="3c668177-9cc3-4dff-81f9-13505a85a121" providerId="ADAL" clId="{75A4AED5-7F7E-43E6-A565-30D2D57DBEE9}" dt="2024-04-03T20:08:03.159" v="1458" actId="478"/>
          <ac:cxnSpMkLst>
            <pc:docMk/>
            <pc:sldMk cId="902853679" sldId="256"/>
            <ac:cxnSpMk id="9" creationId="{C25DEC73-1889-E991-CB89-CE4E2C4E3B87}"/>
          </ac:cxnSpMkLst>
        </pc:cxnChg>
        <pc:cxnChg chg="add del">
          <ac:chgData name="Maged Elhamady" userId="3c668177-9cc3-4dff-81f9-13505a85a121" providerId="ADAL" clId="{75A4AED5-7F7E-43E6-A565-30D2D57DBEE9}" dt="2024-04-03T20:05:13.347" v="1441" actId="26606"/>
          <ac:cxnSpMkLst>
            <pc:docMk/>
            <pc:sldMk cId="902853679" sldId="256"/>
            <ac:cxnSpMk id="18" creationId="{AA2EAA10-076F-46BD-8F0F-B9A2FB77A85C}"/>
          </ac:cxnSpMkLst>
        </pc:cxnChg>
        <pc:cxnChg chg="add del">
          <ac:chgData name="Maged Elhamady" userId="3c668177-9cc3-4dff-81f9-13505a85a121" providerId="ADAL" clId="{75A4AED5-7F7E-43E6-A565-30D2D57DBEE9}" dt="2024-04-03T20:05:13.347" v="1441" actId="26606"/>
          <ac:cxnSpMkLst>
            <pc:docMk/>
            <pc:sldMk cId="902853679" sldId="256"/>
            <ac:cxnSpMk id="20" creationId="{D891E407-403B-4764-86C9-33A56D3BCAA3}"/>
          </ac:cxnSpMkLst>
        </pc:cxnChg>
        <pc:cxnChg chg="add del">
          <ac:chgData name="Maged Elhamady" userId="3c668177-9cc3-4dff-81f9-13505a85a121" providerId="ADAL" clId="{75A4AED5-7F7E-43E6-A565-30D2D57DBEE9}" dt="2024-04-03T20:06:02.747" v="1445" actId="26606"/>
          <ac:cxnSpMkLst>
            <pc:docMk/>
            <pc:sldMk cId="902853679" sldId="256"/>
            <ac:cxnSpMk id="40" creationId="{AA2EAA10-076F-46BD-8F0F-B9A2FB77A85C}"/>
          </ac:cxnSpMkLst>
        </pc:cxnChg>
        <pc:cxnChg chg="add del">
          <ac:chgData name="Maged Elhamady" userId="3c668177-9cc3-4dff-81f9-13505a85a121" providerId="ADAL" clId="{75A4AED5-7F7E-43E6-A565-30D2D57DBEE9}" dt="2024-04-03T20:06:02.747" v="1445" actId="26606"/>
          <ac:cxnSpMkLst>
            <pc:docMk/>
            <pc:sldMk cId="902853679" sldId="256"/>
            <ac:cxnSpMk id="44" creationId="{D891E407-403B-4764-86C9-33A56D3BCAA3}"/>
          </ac:cxnSpMkLst>
        </pc:cxnChg>
      </pc:sldChg>
      <pc:sldChg chg="del">
        <pc:chgData name="Maged Elhamady" userId="3c668177-9cc3-4dff-81f9-13505a85a121" providerId="ADAL" clId="{75A4AED5-7F7E-43E6-A565-30D2D57DBEE9}" dt="2024-04-03T20:43:33.257" v="1749" actId="47"/>
        <pc:sldMkLst>
          <pc:docMk/>
          <pc:sldMk cId="1972146428" sldId="257"/>
        </pc:sldMkLst>
      </pc:sldChg>
      <pc:sldChg chg="del">
        <pc:chgData name="Maged Elhamady" userId="3c668177-9cc3-4dff-81f9-13505a85a121" providerId="ADAL" clId="{75A4AED5-7F7E-43E6-A565-30D2D57DBEE9}" dt="2024-04-03T20:43:33.257" v="1749" actId="47"/>
        <pc:sldMkLst>
          <pc:docMk/>
          <pc:sldMk cId="1264013489" sldId="258"/>
        </pc:sldMkLst>
      </pc:sldChg>
      <pc:sldChg chg="del">
        <pc:chgData name="Maged Elhamady" userId="3c668177-9cc3-4dff-81f9-13505a85a121" providerId="ADAL" clId="{75A4AED5-7F7E-43E6-A565-30D2D57DBEE9}" dt="2024-04-03T20:43:33.257" v="1749" actId="47"/>
        <pc:sldMkLst>
          <pc:docMk/>
          <pc:sldMk cId="4171026755" sldId="259"/>
        </pc:sldMkLst>
      </pc:sldChg>
      <pc:sldChg chg="del">
        <pc:chgData name="Maged Elhamady" userId="3c668177-9cc3-4dff-81f9-13505a85a121" providerId="ADAL" clId="{75A4AED5-7F7E-43E6-A565-30D2D57DBEE9}" dt="2024-04-03T20:43:33.257" v="1749" actId="47"/>
        <pc:sldMkLst>
          <pc:docMk/>
          <pc:sldMk cId="2134020774" sldId="260"/>
        </pc:sldMkLst>
      </pc:sldChg>
      <pc:sldChg chg="del">
        <pc:chgData name="Maged Elhamady" userId="3c668177-9cc3-4dff-81f9-13505a85a121" providerId="ADAL" clId="{75A4AED5-7F7E-43E6-A565-30D2D57DBEE9}" dt="2024-04-03T20:43:33.257" v="1749" actId="47"/>
        <pc:sldMkLst>
          <pc:docMk/>
          <pc:sldMk cId="2939415708" sldId="261"/>
        </pc:sldMkLst>
      </pc:sldChg>
      <pc:sldChg chg="del">
        <pc:chgData name="Maged Elhamady" userId="3c668177-9cc3-4dff-81f9-13505a85a121" providerId="ADAL" clId="{75A4AED5-7F7E-43E6-A565-30D2D57DBEE9}" dt="2024-04-03T20:43:33.257" v="1749" actId="47"/>
        <pc:sldMkLst>
          <pc:docMk/>
          <pc:sldMk cId="1234708926" sldId="262"/>
        </pc:sldMkLst>
      </pc:sldChg>
      <pc:sldChg chg="del">
        <pc:chgData name="Maged Elhamady" userId="3c668177-9cc3-4dff-81f9-13505a85a121" providerId="ADAL" clId="{75A4AED5-7F7E-43E6-A565-30D2D57DBEE9}" dt="2024-04-03T20:43:33.257" v="1749" actId="47"/>
        <pc:sldMkLst>
          <pc:docMk/>
          <pc:sldMk cId="885200701" sldId="263"/>
        </pc:sldMkLst>
      </pc:sldChg>
      <pc:sldChg chg="addSp modSp del mod ord modNotes">
        <pc:chgData name="Maged Elhamady" userId="3c668177-9cc3-4dff-81f9-13505a85a121" providerId="ADAL" clId="{75A4AED5-7F7E-43E6-A565-30D2D57DBEE9}" dt="2024-04-04T04:12:45.945" v="1837" actId="47"/>
        <pc:sldMkLst>
          <pc:docMk/>
          <pc:sldMk cId="1368198266" sldId="264"/>
        </pc:sldMkLst>
        <pc:spChg chg="mod">
          <ac:chgData name="Maged Elhamady" userId="3c668177-9cc3-4dff-81f9-13505a85a121" providerId="ADAL" clId="{75A4AED5-7F7E-43E6-A565-30D2D57DBEE9}" dt="2024-04-03T19:36:01.332" v="1322" actId="20577"/>
          <ac:spMkLst>
            <pc:docMk/>
            <pc:sldMk cId="1368198266" sldId="264"/>
            <ac:spMk id="2" creationId="{00000000-0000-0000-0000-000000000000}"/>
          </ac:spMkLst>
        </pc:spChg>
        <pc:spChg chg="mod">
          <ac:chgData name="Maged Elhamady" userId="3c668177-9cc3-4dff-81f9-13505a85a121" providerId="ADAL" clId="{75A4AED5-7F7E-43E6-A565-30D2D57DBEE9}" dt="2024-04-03T19:36:20.068" v="1325"/>
          <ac:spMkLst>
            <pc:docMk/>
            <pc:sldMk cId="1368198266" sldId="264"/>
            <ac:spMk id="3" creationId="{00000000-0000-0000-0000-000000000000}"/>
          </ac:spMkLst>
        </pc:spChg>
        <pc:spChg chg="mod">
          <ac:chgData name="Maged Elhamady" userId="3c668177-9cc3-4dff-81f9-13505a85a121" providerId="ADAL" clId="{75A4AED5-7F7E-43E6-A565-30D2D57DBEE9}" dt="2024-04-01T05:58:46.853" v="511" actId="20577"/>
          <ac:spMkLst>
            <pc:docMk/>
            <pc:sldMk cId="1368198266" sldId="264"/>
            <ac:spMk id="4" creationId="{00000000-0000-0000-0000-000000000000}"/>
          </ac:spMkLst>
        </pc:spChg>
        <pc:spChg chg="add mod">
          <ac:chgData name="Maged Elhamady" userId="3c668177-9cc3-4dff-81f9-13505a85a121" providerId="ADAL" clId="{75A4AED5-7F7E-43E6-A565-30D2D57DBEE9}" dt="2024-04-04T04:11:54.058" v="1826"/>
          <ac:spMkLst>
            <pc:docMk/>
            <pc:sldMk cId="1368198266" sldId="264"/>
            <ac:spMk id="5" creationId="{BE4C90C2-37D7-DF5C-933E-B6693F644020}"/>
          </ac:spMkLst>
        </pc:spChg>
      </pc:sldChg>
      <pc:sldChg chg="del">
        <pc:chgData name="Maged Elhamady" userId="3c668177-9cc3-4dff-81f9-13505a85a121" providerId="ADAL" clId="{75A4AED5-7F7E-43E6-A565-30D2D57DBEE9}" dt="2024-04-03T20:43:33.257" v="1749" actId="47"/>
        <pc:sldMkLst>
          <pc:docMk/>
          <pc:sldMk cId="2230417966" sldId="265"/>
        </pc:sldMkLst>
      </pc:sldChg>
      <pc:sldChg chg="del">
        <pc:chgData name="Maged Elhamady" userId="3c668177-9cc3-4dff-81f9-13505a85a121" providerId="ADAL" clId="{75A4AED5-7F7E-43E6-A565-30D2D57DBEE9}" dt="2024-04-03T20:43:33.257" v="1749" actId="47"/>
        <pc:sldMkLst>
          <pc:docMk/>
          <pc:sldMk cId="2441258655" sldId="266"/>
        </pc:sldMkLst>
      </pc:sldChg>
      <pc:sldChg chg="del">
        <pc:chgData name="Maged Elhamady" userId="3c668177-9cc3-4dff-81f9-13505a85a121" providerId="ADAL" clId="{75A4AED5-7F7E-43E6-A565-30D2D57DBEE9}" dt="2024-04-03T20:43:33.257" v="1749" actId="47"/>
        <pc:sldMkLst>
          <pc:docMk/>
          <pc:sldMk cId="1899148550" sldId="267"/>
        </pc:sldMkLst>
      </pc:sldChg>
      <pc:sldChg chg="del">
        <pc:chgData name="Maged Elhamady" userId="3c668177-9cc3-4dff-81f9-13505a85a121" providerId="ADAL" clId="{75A4AED5-7F7E-43E6-A565-30D2D57DBEE9}" dt="2024-04-03T20:43:33.257" v="1749" actId="47"/>
        <pc:sldMkLst>
          <pc:docMk/>
          <pc:sldMk cId="1041360180" sldId="268"/>
        </pc:sldMkLst>
      </pc:sldChg>
      <pc:sldChg chg="del">
        <pc:chgData name="Maged Elhamady" userId="3c668177-9cc3-4dff-81f9-13505a85a121" providerId="ADAL" clId="{75A4AED5-7F7E-43E6-A565-30D2D57DBEE9}" dt="2024-04-03T20:43:33.257" v="1749" actId="47"/>
        <pc:sldMkLst>
          <pc:docMk/>
          <pc:sldMk cId="1352011256" sldId="269"/>
        </pc:sldMkLst>
      </pc:sldChg>
      <pc:sldChg chg="del">
        <pc:chgData name="Maged Elhamady" userId="3c668177-9cc3-4dff-81f9-13505a85a121" providerId="ADAL" clId="{75A4AED5-7F7E-43E6-A565-30D2D57DBEE9}" dt="2024-04-03T20:43:33.257" v="1749" actId="47"/>
        <pc:sldMkLst>
          <pc:docMk/>
          <pc:sldMk cId="2335191425" sldId="270"/>
        </pc:sldMkLst>
      </pc:sldChg>
      <pc:sldChg chg="del">
        <pc:chgData name="Maged Elhamady" userId="3c668177-9cc3-4dff-81f9-13505a85a121" providerId="ADAL" clId="{75A4AED5-7F7E-43E6-A565-30D2D57DBEE9}" dt="2024-04-03T20:43:33.257" v="1749" actId="47"/>
        <pc:sldMkLst>
          <pc:docMk/>
          <pc:sldMk cId="1614383081" sldId="271"/>
        </pc:sldMkLst>
      </pc:sldChg>
      <pc:sldChg chg="del">
        <pc:chgData name="Maged Elhamady" userId="3c668177-9cc3-4dff-81f9-13505a85a121" providerId="ADAL" clId="{75A4AED5-7F7E-43E6-A565-30D2D57DBEE9}" dt="2024-04-03T20:43:33.257" v="1749" actId="47"/>
        <pc:sldMkLst>
          <pc:docMk/>
          <pc:sldMk cId="3416222103" sldId="272"/>
        </pc:sldMkLst>
      </pc:sldChg>
      <pc:sldChg chg="del">
        <pc:chgData name="Maged Elhamady" userId="3c668177-9cc3-4dff-81f9-13505a85a121" providerId="ADAL" clId="{75A4AED5-7F7E-43E6-A565-30D2D57DBEE9}" dt="2024-04-03T20:43:33.257" v="1749" actId="47"/>
        <pc:sldMkLst>
          <pc:docMk/>
          <pc:sldMk cId="382156916" sldId="273"/>
        </pc:sldMkLst>
      </pc:sldChg>
      <pc:sldChg chg="del">
        <pc:chgData name="Maged Elhamady" userId="3c668177-9cc3-4dff-81f9-13505a85a121" providerId="ADAL" clId="{75A4AED5-7F7E-43E6-A565-30D2D57DBEE9}" dt="2024-04-03T20:43:33.257" v="1749" actId="47"/>
        <pc:sldMkLst>
          <pc:docMk/>
          <pc:sldMk cId="296856874" sldId="274"/>
        </pc:sldMkLst>
      </pc:sldChg>
      <pc:sldChg chg="del">
        <pc:chgData name="Maged Elhamady" userId="3c668177-9cc3-4dff-81f9-13505a85a121" providerId="ADAL" clId="{75A4AED5-7F7E-43E6-A565-30D2D57DBEE9}" dt="2024-04-03T20:43:33.257" v="1749" actId="47"/>
        <pc:sldMkLst>
          <pc:docMk/>
          <pc:sldMk cId="0" sldId="276"/>
        </pc:sldMkLst>
      </pc:sldChg>
      <pc:sldChg chg="del">
        <pc:chgData name="Maged Elhamady" userId="3c668177-9cc3-4dff-81f9-13505a85a121" providerId="ADAL" clId="{75A4AED5-7F7E-43E6-A565-30D2D57DBEE9}" dt="2024-04-03T20:43:33.257" v="1749" actId="47"/>
        <pc:sldMkLst>
          <pc:docMk/>
          <pc:sldMk cId="0" sldId="277"/>
        </pc:sldMkLst>
      </pc:sldChg>
      <pc:sldChg chg="del">
        <pc:chgData name="Maged Elhamady" userId="3c668177-9cc3-4dff-81f9-13505a85a121" providerId="ADAL" clId="{75A4AED5-7F7E-43E6-A565-30D2D57DBEE9}" dt="2024-04-03T20:43:33.257" v="1749" actId="47"/>
        <pc:sldMkLst>
          <pc:docMk/>
          <pc:sldMk cId="0" sldId="278"/>
        </pc:sldMkLst>
      </pc:sldChg>
      <pc:sldChg chg="del">
        <pc:chgData name="Maged Elhamady" userId="3c668177-9cc3-4dff-81f9-13505a85a121" providerId="ADAL" clId="{75A4AED5-7F7E-43E6-A565-30D2D57DBEE9}" dt="2024-04-03T20:43:33.257" v="1749" actId="47"/>
        <pc:sldMkLst>
          <pc:docMk/>
          <pc:sldMk cId="0" sldId="279"/>
        </pc:sldMkLst>
      </pc:sldChg>
      <pc:sldChg chg="del">
        <pc:chgData name="Maged Elhamady" userId="3c668177-9cc3-4dff-81f9-13505a85a121" providerId="ADAL" clId="{75A4AED5-7F7E-43E6-A565-30D2D57DBEE9}" dt="2024-04-03T20:43:33.257" v="1749" actId="47"/>
        <pc:sldMkLst>
          <pc:docMk/>
          <pc:sldMk cId="0" sldId="280"/>
        </pc:sldMkLst>
      </pc:sldChg>
      <pc:sldChg chg="del">
        <pc:chgData name="Maged Elhamady" userId="3c668177-9cc3-4dff-81f9-13505a85a121" providerId="ADAL" clId="{75A4AED5-7F7E-43E6-A565-30D2D57DBEE9}" dt="2024-04-03T20:43:33.257" v="1749" actId="47"/>
        <pc:sldMkLst>
          <pc:docMk/>
          <pc:sldMk cId="0" sldId="281"/>
        </pc:sldMkLst>
      </pc:sldChg>
      <pc:sldChg chg="del">
        <pc:chgData name="Maged Elhamady" userId="3c668177-9cc3-4dff-81f9-13505a85a121" providerId="ADAL" clId="{75A4AED5-7F7E-43E6-A565-30D2D57DBEE9}" dt="2024-04-03T20:43:33.257" v="1749" actId="47"/>
        <pc:sldMkLst>
          <pc:docMk/>
          <pc:sldMk cId="0" sldId="282"/>
        </pc:sldMkLst>
      </pc:sldChg>
      <pc:sldChg chg="del">
        <pc:chgData name="Maged Elhamady" userId="3c668177-9cc3-4dff-81f9-13505a85a121" providerId="ADAL" clId="{75A4AED5-7F7E-43E6-A565-30D2D57DBEE9}" dt="2024-04-03T20:43:33.257" v="1749" actId="47"/>
        <pc:sldMkLst>
          <pc:docMk/>
          <pc:sldMk cId="0" sldId="283"/>
        </pc:sldMkLst>
      </pc:sldChg>
      <pc:sldChg chg="del">
        <pc:chgData name="Maged Elhamady" userId="3c668177-9cc3-4dff-81f9-13505a85a121" providerId="ADAL" clId="{75A4AED5-7F7E-43E6-A565-30D2D57DBEE9}" dt="2024-04-03T20:43:33.257" v="1749" actId="47"/>
        <pc:sldMkLst>
          <pc:docMk/>
          <pc:sldMk cId="0" sldId="284"/>
        </pc:sldMkLst>
      </pc:sldChg>
      <pc:sldChg chg="del">
        <pc:chgData name="Maged Elhamady" userId="3c668177-9cc3-4dff-81f9-13505a85a121" providerId="ADAL" clId="{75A4AED5-7F7E-43E6-A565-30D2D57DBEE9}" dt="2024-04-03T20:43:33.257" v="1749" actId="47"/>
        <pc:sldMkLst>
          <pc:docMk/>
          <pc:sldMk cId="0" sldId="285"/>
        </pc:sldMkLst>
      </pc:sldChg>
      <pc:sldChg chg="del">
        <pc:chgData name="Maged Elhamady" userId="3c668177-9cc3-4dff-81f9-13505a85a121" providerId="ADAL" clId="{75A4AED5-7F7E-43E6-A565-30D2D57DBEE9}" dt="2024-04-03T20:43:33.257" v="1749" actId="47"/>
        <pc:sldMkLst>
          <pc:docMk/>
          <pc:sldMk cId="0" sldId="286"/>
        </pc:sldMkLst>
      </pc:sldChg>
      <pc:sldChg chg="del">
        <pc:chgData name="Maged Elhamady" userId="3c668177-9cc3-4dff-81f9-13505a85a121" providerId="ADAL" clId="{75A4AED5-7F7E-43E6-A565-30D2D57DBEE9}" dt="2024-04-03T20:43:33.257" v="1749" actId="47"/>
        <pc:sldMkLst>
          <pc:docMk/>
          <pc:sldMk cId="0" sldId="287"/>
        </pc:sldMkLst>
      </pc:sldChg>
      <pc:sldChg chg="del">
        <pc:chgData name="Maged Elhamady" userId="3c668177-9cc3-4dff-81f9-13505a85a121" providerId="ADAL" clId="{75A4AED5-7F7E-43E6-A565-30D2D57DBEE9}" dt="2024-04-03T20:43:33.257" v="1749" actId="47"/>
        <pc:sldMkLst>
          <pc:docMk/>
          <pc:sldMk cId="0" sldId="288"/>
        </pc:sldMkLst>
      </pc:sldChg>
      <pc:sldChg chg="del">
        <pc:chgData name="Maged Elhamady" userId="3c668177-9cc3-4dff-81f9-13505a85a121" providerId="ADAL" clId="{75A4AED5-7F7E-43E6-A565-30D2D57DBEE9}" dt="2024-04-03T20:43:33.257" v="1749" actId="47"/>
        <pc:sldMkLst>
          <pc:docMk/>
          <pc:sldMk cId="0" sldId="289"/>
        </pc:sldMkLst>
      </pc:sldChg>
      <pc:sldChg chg="del">
        <pc:chgData name="Maged Elhamady" userId="3c668177-9cc3-4dff-81f9-13505a85a121" providerId="ADAL" clId="{75A4AED5-7F7E-43E6-A565-30D2D57DBEE9}" dt="2024-04-03T20:43:33.257" v="1749" actId="47"/>
        <pc:sldMkLst>
          <pc:docMk/>
          <pc:sldMk cId="0" sldId="290"/>
        </pc:sldMkLst>
      </pc:sldChg>
      <pc:sldChg chg="del">
        <pc:chgData name="Maged Elhamady" userId="3c668177-9cc3-4dff-81f9-13505a85a121" providerId="ADAL" clId="{75A4AED5-7F7E-43E6-A565-30D2D57DBEE9}" dt="2024-04-03T20:43:33.257" v="1749" actId="47"/>
        <pc:sldMkLst>
          <pc:docMk/>
          <pc:sldMk cId="0" sldId="291"/>
        </pc:sldMkLst>
      </pc:sldChg>
      <pc:sldChg chg="del">
        <pc:chgData name="Maged Elhamady" userId="3c668177-9cc3-4dff-81f9-13505a85a121" providerId="ADAL" clId="{75A4AED5-7F7E-43E6-A565-30D2D57DBEE9}" dt="2024-04-03T20:43:33.257" v="1749" actId="47"/>
        <pc:sldMkLst>
          <pc:docMk/>
          <pc:sldMk cId="0" sldId="292"/>
        </pc:sldMkLst>
      </pc:sldChg>
      <pc:sldChg chg="del">
        <pc:chgData name="Maged Elhamady" userId="3c668177-9cc3-4dff-81f9-13505a85a121" providerId="ADAL" clId="{75A4AED5-7F7E-43E6-A565-30D2D57DBEE9}" dt="2024-04-03T20:43:33.257" v="1749" actId="47"/>
        <pc:sldMkLst>
          <pc:docMk/>
          <pc:sldMk cId="0" sldId="293"/>
        </pc:sldMkLst>
      </pc:sldChg>
      <pc:sldChg chg="del">
        <pc:chgData name="Maged Elhamady" userId="3c668177-9cc3-4dff-81f9-13505a85a121" providerId="ADAL" clId="{75A4AED5-7F7E-43E6-A565-30D2D57DBEE9}" dt="2024-04-03T20:43:33.257" v="1749" actId="47"/>
        <pc:sldMkLst>
          <pc:docMk/>
          <pc:sldMk cId="0" sldId="294"/>
        </pc:sldMkLst>
      </pc:sldChg>
      <pc:sldChg chg="del">
        <pc:chgData name="Maged Elhamady" userId="3c668177-9cc3-4dff-81f9-13505a85a121" providerId="ADAL" clId="{75A4AED5-7F7E-43E6-A565-30D2D57DBEE9}" dt="2024-04-03T20:43:33.257" v="1749" actId="47"/>
        <pc:sldMkLst>
          <pc:docMk/>
          <pc:sldMk cId="0" sldId="295"/>
        </pc:sldMkLst>
      </pc:sldChg>
      <pc:sldChg chg="del">
        <pc:chgData name="Maged Elhamady" userId="3c668177-9cc3-4dff-81f9-13505a85a121" providerId="ADAL" clId="{75A4AED5-7F7E-43E6-A565-30D2D57DBEE9}" dt="2024-04-03T20:43:33.257" v="1749" actId="47"/>
        <pc:sldMkLst>
          <pc:docMk/>
          <pc:sldMk cId="0" sldId="296"/>
        </pc:sldMkLst>
      </pc:sldChg>
      <pc:sldChg chg="del">
        <pc:chgData name="Maged Elhamady" userId="3c668177-9cc3-4dff-81f9-13505a85a121" providerId="ADAL" clId="{75A4AED5-7F7E-43E6-A565-30D2D57DBEE9}" dt="2024-04-03T20:43:33.257" v="1749" actId="47"/>
        <pc:sldMkLst>
          <pc:docMk/>
          <pc:sldMk cId="0" sldId="297"/>
        </pc:sldMkLst>
      </pc:sldChg>
      <pc:sldChg chg="del">
        <pc:chgData name="Maged Elhamady" userId="3c668177-9cc3-4dff-81f9-13505a85a121" providerId="ADAL" clId="{75A4AED5-7F7E-43E6-A565-30D2D57DBEE9}" dt="2024-04-03T20:43:33.257" v="1749" actId="47"/>
        <pc:sldMkLst>
          <pc:docMk/>
          <pc:sldMk cId="0" sldId="298"/>
        </pc:sldMkLst>
      </pc:sldChg>
      <pc:sldChg chg="addSp delSp modSp del mod">
        <pc:chgData name="Maged Elhamady" userId="3c668177-9cc3-4dff-81f9-13505a85a121" providerId="ADAL" clId="{75A4AED5-7F7E-43E6-A565-30D2D57DBEE9}" dt="2024-04-03T20:43:33.257" v="1749" actId="47"/>
        <pc:sldMkLst>
          <pc:docMk/>
          <pc:sldMk cId="0" sldId="299"/>
        </pc:sldMkLst>
        <pc:spChg chg="add del">
          <ac:chgData name="Maged Elhamady" userId="3c668177-9cc3-4dff-81f9-13505a85a121" providerId="ADAL" clId="{75A4AED5-7F7E-43E6-A565-30D2D57DBEE9}" dt="2024-04-01T07:29:23.672" v="680" actId="22"/>
          <ac:spMkLst>
            <pc:docMk/>
            <pc:sldMk cId="0" sldId="299"/>
            <ac:spMk id="11" creationId="{E55F387F-2336-D20D-4CEA-30025D96D634}"/>
          </ac:spMkLst>
        </pc:spChg>
        <pc:graphicFrameChg chg="add mod modGraphic">
          <ac:chgData name="Maged Elhamady" userId="3c668177-9cc3-4dff-81f9-13505a85a121" providerId="ADAL" clId="{75A4AED5-7F7E-43E6-A565-30D2D57DBEE9}" dt="2024-04-01T07:26:39.380" v="676" actId="14100"/>
          <ac:graphicFrameMkLst>
            <pc:docMk/>
            <pc:sldMk cId="0" sldId="299"/>
            <ac:graphicFrameMk id="12" creationId="{66BD47EC-B575-8DFB-4B83-EEBFBA80800D}"/>
          </ac:graphicFrameMkLst>
        </pc:graphicFrameChg>
        <pc:picChg chg="add del mod ord">
          <ac:chgData name="Maged Elhamady" userId="3c668177-9cc3-4dff-81f9-13505a85a121" providerId="ADAL" clId="{75A4AED5-7F7E-43E6-A565-30D2D57DBEE9}" dt="2024-04-01T07:29:23.672" v="680" actId="22"/>
          <ac:picMkLst>
            <pc:docMk/>
            <pc:sldMk cId="0" sldId="299"/>
            <ac:picMk id="14" creationId="{77680303-DE81-BA73-9A45-86190E7DBCF3}"/>
          </ac:picMkLst>
        </pc:picChg>
      </pc:sldChg>
      <pc:sldChg chg="del">
        <pc:chgData name="Maged Elhamady" userId="3c668177-9cc3-4dff-81f9-13505a85a121" providerId="ADAL" clId="{75A4AED5-7F7E-43E6-A565-30D2D57DBEE9}" dt="2024-04-03T20:43:33.257" v="1749" actId="47"/>
        <pc:sldMkLst>
          <pc:docMk/>
          <pc:sldMk cId="0" sldId="300"/>
        </pc:sldMkLst>
      </pc:sldChg>
      <pc:sldChg chg="del">
        <pc:chgData name="Maged Elhamady" userId="3c668177-9cc3-4dff-81f9-13505a85a121" providerId="ADAL" clId="{75A4AED5-7F7E-43E6-A565-30D2D57DBEE9}" dt="2024-04-03T20:43:33.257" v="1749" actId="47"/>
        <pc:sldMkLst>
          <pc:docMk/>
          <pc:sldMk cId="0" sldId="301"/>
        </pc:sldMkLst>
      </pc:sldChg>
      <pc:sldChg chg="addSp delSp modSp del mod ord">
        <pc:chgData name="Maged Elhamady" userId="3c668177-9cc3-4dff-81f9-13505a85a121" providerId="ADAL" clId="{75A4AED5-7F7E-43E6-A565-30D2D57DBEE9}" dt="2024-04-03T20:43:33.257" v="1749" actId="47"/>
        <pc:sldMkLst>
          <pc:docMk/>
          <pc:sldMk cId="0" sldId="302"/>
        </pc:sldMkLst>
        <pc:spChg chg="mod">
          <ac:chgData name="Maged Elhamady" userId="3c668177-9cc3-4dff-81f9-13505a85a121" providerId="ADAL" clId="{75A4AED5-7F7E-43E6-A565-30D2D57DBEE9}" dt="2024-04-01T07:42:41.897" v="824" actId="1076"/>
          <ac:spMkLst>
            <pc:docMk/>
            <pc:sldMk cId="0" sldId="302"/>
            <ac:spMk id="3" creationId="{00000000-0000-0000-0000-000000000000}"/>
          </ac:spMkLst>
        </pc:spChg>
        <pc:spChg chg="mod">
          <ac:chgData name="Maged Elhamady" userId="3c668177-9cc3-4dff-81f9-13505a85a121" providerId="ADAL" clId="{75A4AED5-7F7E-43E6-A565-30D2D57DBEE9}" dt="2024-04-01T07:42:41.897" v="824" actId="1076"/>
          <ac:spMkLst>
            <pc:docMk/>
            <pc:sldMk cId="0" sldId="302"/>
            <ac:spMk id="4" creationId="{00000000-0000-0000-0000-000000000000}"/>
          </ac:spMkLst>
        </pc:spChg>
        <pc:spChg chg="mod">
          <ac:chgData name="Maged Elhamady" userId="3c668177-9cc3-4dff-81f9-13505a85a121" providerId="ADAL" clId="{75A4AED5-7F7E-43E6-A565-30D2D57DBEE9}" dt="2024-04-01T07:40:43.348" v="816" actId="20577"/>
          <ac:spMkLst>
            <pc:docMk/>
            <pc:sldMk cId="0" sldId="302"/>
            <ac:spMk id="5" creationId="{00000000-0000-0000-0000-000000000000}"/>
          </ac:spMkLst>
        </pc:spChg>
        <pc:spChg chg="mod">
          <ac:chgData name="Maged Elhamady" userId="3c668177-9cc3-4dff-81f9-13505a85a121" providerId="ADAL" clId="{75A4AED5-7F7E-43E6-A565-30D2D57DBEE9}" dt="2024-04-01T07:40:34.149" v="801" actId="20577"/>
          <ac:spMkLst>
            <pc:docMk/>
            <pc:sldMk cId="0" sldId="302"/>
            <ac:spMk id="6" creationId="{00000000-0000-0000-0000-000000000000}"/>
          </ac:spMkLst>
        </pc:spChg>
        <pc:spChg chg="mod">
          <ac:chgData name="Maged Elhamady" userId="3c668177-9cc3-4dff-81f9-13505a85a121" providerId="ADAL" clId="{75A4AED5-7F7E-43E6-A565-30D2D57DBEE9}" dt="2024-04-01T07:39:17.985" v="799" actId="20577"/>
          <ac:spMkLst>
            <pc:docMk/>
            <pc:sldMk cId="0" sldId="302"/>
            <ac:spMk id="7" creationId="{00000000-0000-0000-0000-000000000000}"/>
          </ac:spMkLst>
        </pc:spChg>
        <pc:spChg chg="mod">
          <ac:chgData name="Maged Elhamady" userId="3c668177-9cc3-4dff-81f9-13505a85a121" providerId="ADAL" clId="{75A4AED5-7F7E-43E6-A565-30D2D57DBEE9}" dt="2024-04-01T07:42:03.833" v="822" actId="20577"/>
          <ac:spMkLst>
            <pc:docMk/>
            <pc:sldMk cId="0" sldId="302"/>
            <ac:spMk id="8" creationId="{00000000-0000-0000-0000-000000000000}"/>
          </ac:spMkLst>
        </pc:spChg>
        <pc:spChg chg="mod">
          <ac:chgData name="Maged Elhamady" userId="3c668177-9cc3-4dff-81f9-13505a85a121" providerId="ADAL" clId="{75A4AED5-7F7E-43E6-A565-30D2D57DBEE9}" dt="2024-04-01T07:38:51.241" v="788" actId="20577"/>
          <ac:spMkLst>
            <pc:docMk/>
            <pc:sldMk cId="0" sldId="302"/>
            <ac:spMk id="9" creationId="{00000000-0000-0000-0000-000000000000}"/>
          </ac:spMkLst>
        </pc:spChg>
        <pc:spChg chg="mod">
          <ac:chgData name="Maged Elhamady" userId="3c668177-9cc3-4dff-81f9-13505a85a121" providerId="ADAL" clId="{75A4AED5-7F7E-43E6-A565-30D2D57DBEE9}" dt="2024-04-01T07:38:42.850" v="768" actId="20577"/>
          <ac:spMkLst>
            <pc:docMk/>
            <pc:sldMk cId="0" sldId="302"/>
            <ac:spMk id="10" creationId="{00000000-0000-0000-0000-000000000000}"/>
          </ac:spMkLst>
        </pc:spChg>
        <pc:spChg chg="mod">
          <ac:chgData name="Maged Elhamady" userId="3c668177-9cc3-4dff-81f9-13505a85a121" providerId="ADAL" clId="{75A4AED5-7F7E-43E6-A565-30D2D57DBEE9}" dt="2024-04-01T07:30:04.742" v="712" actId="20577"/>
          <ac:spMkLst>
            <pc:docMk/>
            <pc:sldMk cId="0" sldId="302"/>
            <ac:spMk id="11" creationId="{00000000-0000-0000-0000-000000000000}"/>
          </ac:spMkLst>
        </pc:spChg>
        <pc:spChg chg="add del">
          <ac:chgData name="Maged Elhamady" userId="3c668177-9cc3-4dff-81f9-13505a85a121" providerId="ADAL" clId="{75A4AED5-7F7E-43E6-A565-30D2D57DBEE9}" dt="2024-04-01T07:29:32.109" v="685" actId="478"/>
          <ac:spMkLst>
            <pc:docMk/>
            <pc:sldMk cId="0" sldId="302"/>
            <ac:spMk id="12" creationId="{B80F2D81-0B29-15A0-3D8C-CF8A32784CF4}"/>
          </ac:spMkLst>
        </pc:spChg>
        <pc:spChg chg="add mod">
          <ac:chgData name="Maged Elhamady" userId="3c668177-9cc3-4dff-81f9-13505a85a121" providerId="ADAL" clId="{75A4AED5-7F7E-43E6-A565-30D2D57DBEE9}" dt="2024-04-01T07:42:44.451" v="826" actId="571"/>
          <ac:spMkLst>
            <pc:docMk/>
            <pc:sldMk cId="0" sldId="302"/>
            <ac:spMk id="24" creationId="{C3733EDD-C45F-2DB5-3FB8-940EAC859D27}"/>
          </ac:spMkLst>
        </pc:spChg>
        <pc:spChg chg="add mod">
          <ac:chgData name="Maged Elhamady" userId="3c668177-9cc3-4dff-81f9-13505a85a121" providerId="ADAL" clId="{75A4AED5-7F7E-43E6-A565-30D2D57DBEE9}" dt="2024-04-01T07:42:44.451" v="826" actId="571"/>
          <ac:spMkLst>
            <pc:docMk/>
            <pc:sldMk cId="0" sldId="302"/>
            <ac:spMk id="25" creationId="{02113BFC-5941-F0FF-4720-26837181E522}"/>
          </ac:spMkLst>
        </pc:spChg>
        <pc:spChg chg="add mod">
          <ac:chgData name="Maged Elhamady" userId="3c668177-9cc3-4dff-81f9-13505a85a121" providerId="ADAL" clId="{75A4AED5-7F7E-43E6-A565-30D2D57DBEE9}" dt="2024-04-01T07:43:19.642" v="850" actId="20577"/>
          <ac:spMkLst>
            <pc:docMk/>
            <pc:sldMk cId="0" sldId="302"/>
            <ac:spMk id="26" creationId="{B2A41822-14FB-7544-104A-A2F064D678DC}"/>
          </ac:spMkLst>
        </pc:spChg>
        <pc:spChg chg="add mod">
          <ac:chgData name="Maged Elhamady" userId="3c668177-9cc3-4dff-81f9-13505a85a121" providerId="ADAL" clId="{75A4AED5-7F7E-43E6-A565-30D2D57DBEE9}" dt="2024-04-01T07:44:53.843" v="854" actId="14100"/>
          <ac:spMkLst>
            <pc:docMk/>
            <pc:sldMk cId="0" sldId="302"/>
            <ac:spMk id="27" creationId="{5A47C95F-43F6-8EA6-B21A-B6E51FAECFCA}"/>
          </ac:spMkLst>
        </pc:spChg>
        <pc:picChg chg="mod">
          <ac:chgData name="Maged Elhamady" userId="3c668177-9cc3-4dff-81f9-13505a85a121" providerId="ADAL" clId="{75A4AED5-7F7E-43E6-A565-30D2D57DBEE9}" dt="2024-04-01T07:42:53.927" v="829" actId="1076"/>
          <ac:picMkLst>
            <pc:docMk/>
            <pc:sldMk cId="0" sldId="302"/>
            <ac:picMk id="2" creationId="{00000000-0000-0000-0000-000000000000}"/>
          </ac:picMkLst>
        </pc:picChg>
        <pc:picChg chg="add del mod ord">
          <ac:chgData name="Maged Elhamady" userId="3c668177-9cc3-4dff-81f9-13505a85a121" providerId="ADAL" clId="{75A4AED5-7F7E-43E6-A565-30D2D57DBEE9}" dt="2024-04-01T07:29:28.653" v="682" actId="22"/>
          <ac:picMkLst>
            <pc:docMk/>
            <pc:sldMk cId="0" sldId="302"/>
            <ac:picMk id="14" creationId="{54310F71-A106-AB34-22F4-F29F68EA2367}"/>
          </ac:picMkLst>
        </pc:picChg>
        <pc:picChg chg="add del mod ord">
          <ac:chgData name="Maged Elhamady" userId="3c668177-9cc3-4dff-81f9-13505a85a121" providerId="ADAL" clId="{75A4AED5-7F7E-43E6-A565-30D2D57DBEE9}" dt="2024-04-01T07:29:30.625" v="684" actId="22"/>
          <ac:picMkLst>
            <pc:docMk/>
            <pc:sldMk cId="0" sldId="302"/>
            <ac:picMk id="16" creationId="{87DABAA4-1037-1448-C8D3-A32A2CAD3DF1}"/>
          </ac:picMkLst>
        </pc:picChg>
        <pc:picChg chg="add del mod">
          <ac:chgData name="Maged Elhamady" userId="3c668177-9cc3-4dff-81f9-13505a85a121" providerId="ADAL" clId="{75A4AED5-7F7E-43E6-A565-30D2D57DBEE9}" dt="2024-04-01T07:38:04.417" v="745" actId="478"/>
          <ac:picMkLst>
            <pc:docMk/>
            <pc:sldMk cId="0" sldId="302"/>
            <ac:picMk id="18" creationId="{4E85BAC5-9DFE-95D4-13CB-D955AA7B9A7F}"/>
          </ac:picMkLst>
        </pc:picChg>
        <pc:picChg chg="add del mod">
          <ac:chgData name="Maged Elhamady" userId="3c668177-9cc3-4dff-81f9-13505a85a121" providerId="ADAL" clId="{75A4AED5-7F7E-43E6-A565-30D2D57DBEE9}" dt="2024-04-01T07:32:49.350" v="718" actId="22"/>
          <ac:picMkLst>
            <pc:docMk/>
            <pc:sldMk cId="0" sldId="302"/>
            <ac:picMk id="20" creationId="{326DC5D9-0246-5CA5-1605-D2D5CF317B1F}"/>
          </ac:picMkLst>
        </pc:picChg>
        <pc:picChg chg="add del mod">
          <ac:chgData name="Maged Elhamady" userId="3c668177-9cc3-4dff-81f9-13505a85a121" providerId="ADAL" clId="{75A4AED5-7F7E-43E6-A565-30D2D57DBEE9}" dt="2024-04-01T07:47:46.992" v="855" actId="478"/>
          <ac:picMkLst>
            <pc:docMk/>
            <pc:sldMk cId="0" sldId="302"/>
            <ac:picMk id="22" creationId="{D3D2817E-2B2A-3FF0-8725-8E3E663A048A}"/>
          </ac:picMkLst>
        </pc:picChg>
        <pc:picChg chg="add mod">
          <ac:chgData name="Maged Elhamady" userId="3c668177-9cc3-4dff-81f9-13505a85a121" providerId="ADAL" clId="{75A4AED5-7F7E-43E6-A565-30D2D57DBEE9}" dt="2024-04-01T07:42:44.451" v="826" actId="571"/>
          <ac:picMkLst>
            <pc:docMk/>
            <pc:sldMk cId="0" sldId="302"/>
            <ac:picMk id="23" creationId="{03507A09-3334-A6E0-FB69-2A30C1E9BDC6}"/>
          </ac:picMkLst>
        </pc:picChg>
        <pc:picChg chg="add del mod">
          <ac:chgData name="Maged Elhamady" userId="3c668177-9cc3-4dff-81f9-13505a85a121" providerId="ADAL" clId="{75A4AED5-7F7E-43E6-A565-30D2D57DBEE9}" dt="2024-04-01T08:04:52.414" v="921" actId="478"/>
          <ac:picMkLst>
            <pc:docMk/>
            <pc:sldMk cId="0" sldId="302"/>
            <ac:picMk id="29" creationId="{0A469DA2-E1A4-DD21-9C43-23300F052A6F}"/>
          </ac:picMkLst>
        </pc:picChg>
        <pc:picChg chg="add mod">
          <ac:chgData name="Maged Elhamady" userId="3c668177-9cc3-4dff-81f9-13505a85a121" providerId="ADAL" clId="{75A4AED5-7F7E-43E6-A565-30D2D57DBEE9}" dt="2024-04-01T08:05:03.300" v="925" actId="1076"/>
          <ac:picMkLst>
            <pc:docMk/>
            <pc:sldMk cId="0" sldId="302"/>
            <ac:picMk id="31" creationId="{F6E5D927-FF2A-A95D-8989-2CFEAD1CA294}"/>
          </ac:picMkLst>
        </pc:picChg>
      </pc:sldChg>
      <pc:sldChg chg="del">
        <pc:chgData name="Maged Elhamady" userId="3c668177-9cc3-4dff-81f9-13505a85a121" providerId="ADAL" clId="{75A4AED5-7F7E-43E6-A565-30D2D57DBEE9}" dt="2024-04-03T20:43:33.257" v="1749" actId="47"/>
        <pc:sldMkLst>
          <pc:docMk/>
          <pc:sldMk cId="0" sldId="303"/>
        </pc:sldMkLst>
      </pc:sldChg>
      <pc:sldChg chg="del">
        <pc:chgData name="Maged Elhamady" userId="3c668177-9cc3-4dff-81f9-13505a85a121" providerId="ADAL" clId="{75A4AED5-7F7E-43E6-A565-30D2D57DBEE9}" dt="2024-04-03T20:43:33.257" v="1749" actId="47"/>
        <pc:sldMkLst>
          <pc:docMk/>
          <pc:sldMk cId="0" sldId="304"/>
        </pc:sldMkLst>
      </pc:sldChg>
      <pc:sldChg chg="del">
        <pc:chgData name="Maged Elhamady" userId="3c668177-9cc3-4dff-81f9-13505a85a121" providerId="ADAL" clId="{75A4AED5-7F7E-43E6-A565-30D2D57DBEE9}" dt="2024-04-03T20:43:33.257" v="1749" actId="47"/>
        <pc:sldMkLst>
          <pc:docMk/>
          <pc:sldMk cId="0" sldId="305"/>
        </pc:sldMkLst>
      </pc:sldChg>
      <pc:sldChg chg="del">
        <pc:chgData name="Maged Elhamady" userId="3c668177-9cc3-4dff-81f9-13505a85a121" providerId="ADAL" clId="{75A4AED5-7F7E-43E6-A565-30D2D57DBEE9}" dt="2024-04-03T20:43:33.257" v="1749" actId="47"/>
        <pc:sldMkLst>
          <pc:docMk/>
          <pc:sldMk cId="0" sldId="306"/>
        </pc:sldMkLst>
      </pc:sldChg>
      <pc:sldChg chg="del">
        <pc:chgData name="Maged Elhamady" userId="3c668177-9cc3-4dff-81f9-13505a85a121" providerId="ADAL" clId="{75A4AED5-7F7E-43E6-A565-30D2D57DBEE9}" dt="2024-04-03T20:43:33.257" v="1749" actId="47"/>
        <pc:sldMkLst>
          <pc:docMk/>
          <pc:sldMk cId="0" sldId="307"/>
        </pc:sldMkLst>
      </pc:sldChg>
      <pc:sldChg chg="del">
        <pc:chgData name="Maged Elhamady" userId="3c668177-9cc3-4dff-81f9-13505a85a121" providerId="ADAL" clId="{75A4AED5-7F7E-43E6-A565-30D2D57DBEE9}" dt="2024-04-03T20:43:33.257" v="1749" actId="47"/>
        <pc:sldMkLst>
          <pc:docMk/>
          <pc:sldMk cId="0" sldId="308"/>
        </pc:sldMkLst>
      </pc:sldChg>
      <pc:sldChg chg="del">
        <pc:chgData name="Maged Elhamady" userId="3c668177-9cc3-4dff-81f9-13505a85a121" providerId="ADAL" clId="{75A4AED5-7F7E-43E6-A565-30D2D57DBEE9}" dt="2024-04-03T20:43:33.257" v="1749" actId="47"/>
        <pc:sldMkLst>
          <pc:docMk/>
          <pc:sldMk cId="0" sldId="309"/>
        </pc:sldMkLst>
      </pc:sldChg>
      <pc:sldChg chg="del">
        <pc:chgData name="Maged Elhamady" userId="3c668177-9cc3-4dff-81f9-13505a85a121" providerId="ADAL" clId="{75A4AED5-7F7E-43E6-A565-30D2D57DBEE9}" dt="2024-04-03T20:43:33.257" v="1749" actId="47"/>
        <pc:sldMkLst>
          <pc:docMk/>
          <pc:sldMk cId="0" sldId="310"/>
        </pc:sldMkLst>
      </pc:sldChg>
      <pc:sldChg chg="del">
        <pc:chgData name="Maged Elhamady" userId="3c668177-9cc3-4dff-81f9-13505a85a121" providerId="ADAL" clId="{75A4AED5-7F7E-43E6-A565-30D2D57DBEE9}" dt="2024-04-03T20:43:33.257" v="1749" actId="47"/>
        <pc:sldMkLst>
          <pc:docMk/>
          <pc:sldMk cId="0" sldId="311"/>
        </pc:sldMkLst>
      </pc:sldChg>
      <pc:sldChg chg="del">
        <pc:chgData name="Maged Elhamady" userId="3c668177-9cc3-4dff-81f9-13505a85a121" providerId="ADAL" clId="{75A4AED5-7F7E-43E6-A565-30D2D57DBEE9}" dt="2024-04-03T20:43:33.257" v="1749" actId="47"/>
        <pc:sldMkLst>
          <pc:docMk/>
          <pc:sldMk cId="0" sldId="312"/>
        </pc:sldMkLst>
      </pc:sldChg>
      <pc:sldChg chg="del">
        <pc:chgData name="Maged Elhamady" userId="3c668177-9cc3-4dff-81f9-13505a85a121" providerId="ADAL" clId="{75A4AED5-7F7E-43E6-A565-30D2D57DBEE9}" dt="2024-04-03T20:43:33.257" v="1749" actId="47"/>
        <pc:sldMkLst>
          <pc:docMk/>
          <pc:sldMk cId="0" sldId="313"/>
        </pc:sldMkLst>
      </pc:sldChg>
      <pc:sldChg chg="del">
        <pc:chgData name="Maged Elhamady" userId="3c668177-9cc3-4dff-81f9-13505a85a121" providerId="ADAL" clId="{75A4AED5-7F7E-43E6-A565-30D2D57DBEE9}" dt="2024-04-03T20:43:33.257" v="1749" actId="47"/>
        <pc:sldMkLst>
          <pc:docMk/>
          <pc:sldMk cId="0" sldId="314"/>
        </pc:sldMkLst>
      </pc:sldChg>
      <pc:sldChg chg="del">
        <pc:chgData name="Maged Elhamady" userId="3c668177-9cc3-4dff-81f9-13505a85a121" providerId="ADAL" clId="{75A4AED5-7F7E-43E6-A565-30D2D57DBEE9}" dt="2024-04-03T20:43:33.257" v="1749" actId="47"/>
        <pc:sldMkLst>
          <pc:docMk/>
          <pc:sldMk cId="0" sldId="315"/>
        </pc:sldMkLst>
      </pc:sldChg>
      <pc:sldChg chg="del">
        <pc:chgData name="Maged Elhamady" userId="3c668177-9cc3-4dff-81f9-13505a85a121" providerId="ADAL" clId="{75A4AED5-7F7E-43E6-A565-30D2D57DBEE9}" dt="2024-04-03T20:43:33.257" v="1749" actId="47"/>
        <pc:sldMkLst>
          <pc:docMk/>
          <pc:sldMk cId="0" sldId="316"/>
        </pc:sldMkLst>
      </pc:sldChg>
      <pc:sldChg chg="del">
        <pc:chgData name="Maged Elhamady" userId="3c668177-9cc3-4dff-81f9-13505a85a121" providerId="ADAL" clId="{75A4AED5-7F7E-43E6-A565-30D2D57DBEE9}" dt="2024-04-03T20:43:33.257" v="1749" actId="47"/>
        <pc:sldMkLst>
          <pc:docMk/>
          <pc:sldMk cId="0" sldId="317"/>
        </pc:sldMkLst>
      </pc:sldChg>
      <pc:sldChg chg="del">
        <pc:chgData name="Maged Elhamady" userId="3c668177-9cc3-4dff-81f9-13505a85a121" providerId="ADAL" clId="{75A4AED5-7F7E-43E6-A565-30D2D57DBEE9}" dt="2024-04-03T20:43:33.257" v="1749" actId="47"/>
        <pc:sldMkLst>
          <pc:docMk/>
          <pc:sldMk cId="0" sldId="318"/>
        </pc:sldMkLst>
      </pc:sldChg>
      <pc:sldChg chg="del">
        <pc:chgData name="Maged Elhamady" userId="3c668177-9cc3-4dff-81f9-13505a85a121" providerId="ADAL" clId="{75A4AED5-7F7E-43E6-A565-30D2D57DBEE9}" dt="2024-04-03T20:43:33.257" v="1749" actId="47"/>
        <pc:sldMkLst>
          <pc:docMk/>
          <pc:sldMk cId="0" sldId="319"/>
        </pc:sldMkLst>
      </pc:sldChg>
      <pc:sldChg chg="del">
        <pc:chgData name="Maged Elhamady" userId="3c668177-9cc3-4dff-81f9-13505a85a121" providerId="ADAL" clId="{75A4AED5-7F7E-43E6-A565-30D2D57DBEE9}" dt="2024-04-03T20:43:33.257" v="1749" actId="47"/>
        <pc:sldMkLst>
          <pc:docMk/>
          <pc:sldMk cId="0" sldId="320"/>
        </pc:sldMkLst>
      </pc:sldChg>
      <pc:sldChg chg="del">
        <pc:chgData name="Maged Elhamady" userId="3c668177-9cc3-4dff-81f9-13505a85a121" providerId="ADAL" clId="{75A4AED5-7F7E-43E6-A565-30D2D57DBEE9}" dt="2024-04-03T20:43:33.257" v="1749" actId="47"/>
        <pc:sldMkLst>
          <pc:docMk/>
          <pc:sldMk cId="0" sldId="321"/>
        </pc:sldMkLst>
      </pc:sldChg>
      <pc:sldChg chg="del">
        <pc:chgData name="Maged Elhamady" userId="3c668177-9cc3-4dff-81f9-13505a85a121" providerId="ADAL" clId="{75A4AED5-7F7E-43E6-A565-30D2D57DBEE9}" dt="2024-04-03T20:43:33.257" v="1749" actId="47"/>
        <pc:sldMkLst>
          <pc:docMk/>
          <pc:sldMk cId="0" sldId="322"/>
        </pc:sldMkLst>
      </pc:sldChg>
      <pc:sldChg chg="del">
        <pc:chgData name="Maged Elhamady" userId="3c668177-9cc3-4dff-81f9-13505a85a121" providerId="ADAL" clId="{75A4AED5-7F7E-43E6-A565-30D2D57DBEE9}" dt="2024-04-03T20:43:33.257" v="1749" actId="47"/>
        <pc:sldMkLst>
          <pc:docMk/>
          <pc:sldMk cId="0" sldId="323"/>
        </pc:sldMkLst>
      </pc:sldChg>
      <pc:sldChg chg="del">
        <pc:chgData name="Maged Elhamady" userId="3c668177-9cc3-4dff-81f9-13505a85a121" providerId="ADAL" clId="{75A4AED5-7F7E-43E6-A565-30D2D57DBEE9}" dt="2024-04-03T20:43:33.257" v="1749" actId="47"/>
        <pc:sldMkLst>
          <pc:docMk/>
          <pc:sldMk cId="0" sldId="324"/>
        </pc:sldMkLst>
      </pc:sldChg>
      <pc:sldChg chg="del">
        <pc:chgData name="Maged Elhamady" userId="3c668177-9cc3-4dff-81f9-13505a85a121" providerId="ADAL" clId="{75A4AED5-7F7E-43E6-A565-30D2D57DBEE9}" dt="2024-04-03T20:43:33.257" v="1749" actId="47"/>
        <pc:sldMkLst>
          <pc:docMk/>
          <pc:sldMk cId="0" sldId="325"/>
        </pc:sldMkLst>
      </pc:sldChg>
      <pc:sldChg chg="del">
        <pc:chgData name="Maged Elhamady" userId="3c668177-9cc3-4dff-81f9-13505a85a121" providerId="ADAL" clId="{75A4AED5-7F7E-43E6-A565-30D2D57DBEE9}" dt="2024-04-03T20:43:33.257" v="1749" actId="47"/>
        <pc:sldMkLst>
          <pc:docMk/>
          <pc:sldMk cId="0" sldId="326"/>
        </pc:sldMkLst>
      </pc:sldChg>
      <pc:sldChg chg="del">
        <pc:chgData name="Maged Elhamady" userId="3c668177-9cc3-4dff-81f9-13505a85a121" providerId="ADAL" clId="{75A4AED5-7F7E-43E6-A565-30D2D57DBEE9}" dt="2024-04-03T20:43:33.257" v="1749" actId="47"/>
        <pc:sldMkLst>
          <pc:docMk/>
          <pc:sldMk cId="0" sldId="327"/>
        </pc:sldMkLst>
      </pc:sldChg>
      <pc:sldChg chg="del">
        <pc:chgData name="Maged Elhamady" userId="3c668177-9cc3-4dff-81f9-13505a85a121" providerId="ADAL" clId="{75A4AED5-7F7E-43E6-A565-30D2D57DBEE9}" dt="2024-04-03T20:43:33.257" v="1749" actId="47"/>
        <pc:sldMkLst>
          <pc:docMk/>
          <pc:sldMk cId="0" sldId="328"/>
        </pc:sldMkLst>
      </pc:sldChg>
      <pc:sldChg chg="del">
        <pc:chgData name="Maged Elhamady" userId="3c668177-9cc3-4dff-81f9-13505a85a121" providerId="ADAL" clId="{75A4AED5-7F7E-43E6-A565-30D2D57DBEE9}" dt="2024-04-03T20:43:33.257" v="1749" actId="47"/>
        <pc:sldMkLst>
          <pc:docMk/>
          <pc:sldMk cId="0" sldId="329"/>
        </pc:sldMkLst>
      </pc:sldChg>
      <pc:sldChg chg="addSp delSp modSp mod ord modNotes">
        <pc:chgData name="Maged Elhamady" userId="3c668177-9cc3-4dff-81f9-13505a85a121" providerId="ADAL" clId="{75A4AED5-7F7E-43E6-A565-30D2D57DBEE9}" dt="2024-04-03T20:46:32.965" v="1824"/>
        <pc:sldMkLst>
          <pc:docMk/>
          <pc:sldMk cId="0" sldId="330"/>
        </pc:sldMkLst>
        <pc:spChg chg="mod">
          <ac:chgData name="Maged Elhamady" userId="3c668177-9cc3-4dff-81f9-13505a85a121" providerId="ADAL" clId="{75A4AED5-7F7E-43E6-A565-30D2D57DBEE9}" dt="2024-04-03T20:46:22.246" v="1823" actId="1076"/>
          <ac:spMkLst>
            <pc:docMk/>
            <pc:sldMk cId="0" sldId="330"/>
            <ac:spMk id="4" creationId="{00000000-0000-0000-0000-000000000000}"/>
          </ac:spMkLst>
        </pc:spChg>
        <pc:spChg chg="mod">
          <ac:chgData name="Maged Elhamady" userId="3c668177-9cc3-4dff-81f9-13505a85a121" providerId="ADAL" clId="{75A4AED5-7F7E-43E6-A565-30D2D57DBEE9}" dt="2024-04-03T20:46:18.345" v="1822" actId="14100"/>
          <ac:spMkLst>
            <pc:docMk/>
            <pc:sldMk cId="0" sldId="330"/>
            <ac:spMk id="5" creationId="{00000000-0000-0000-0000-000000000000}"/>
          </ac:spMkLst>
        </pc:spChg>
        <pc:spChg chg="add del">
          <ac:chgData name="Maged Elhamady" userId="3c668177-9cc3-4dff-81f9-13505a85a121" providerId="ADAL" clId="{75A4AED5-7F7E-43E6-A565-30D2D57DBEE9}" dt="2024-03-30T13:11:32.761" v="35" actId="22"/>
          <ac:spMkLst>
            <pc:docMk/>
            <pc:sldMk cId="0" sldId="330"/>
            <ac:spMk id="10" creationId="{2AFD43C0-EA0C-0951-DC69-E28A3C7CE882}"/>
          </ac:spMkLst>
        </pc:spChg>
        <pc:picChg chg="add del mod ord modCrop">
          <ac:chgData name="Maged Elhamady" userId="3c668177-9cc3-4dff-81f9-13505a85a121" providerId="ADAL" clId="{75A4AED5-7F7E-43E6-A565-30D2D57DBEE9}" dt="2024-03-30T13:11:20.159" v="25" actId="22"/>
          <ac:picMkLst>
            <pc:docMk/>
            <pc:sldMk cId="0" sldId="330"/>
            <ac:picMk id="8" creationId="{E23A3DA4-EB90-A271-1F0B-3DA5261AFBB3}"/>
          </ac:picMkLst>
        </pc:picChg>
        <pc:picChg chg="add mod ord modCrop">
          <ac:chgData name="Maged Elhamady" userId="3c668177-9cc3-4dff-81f9-13505a85a121" providerId="ADAL" clId="{75A4AED5-7F7E-43E6-A565-30D2D57DBEE9}" dt="2024-03-30T13:11:42.268" v="37" actId="18131"/>
          <ac:picMkLst>
            <pc:docMk/>
            <pc:sldMk cId="0" sldId="330"/>
            <ac:picMk id="12" creationId="{771A2F2A-E545-1B98-A6B3-50AA39620C7C}"/>
          </ac:picMkLst>
        </pc:picChg>
      </pc:sldChg>
      <pc:sldChg chg="del">
        <pc:chgData name="Maged Elhamady" userId="3c668177-9cc3-4dff-81f9-13505a85a121" providerId="ADAL" clId="{75A4AED5-7F7E-43E6-A565-30D2D57DBEE9}" dt="2024-04-03T20:43:33.257" v="1749" actId="47"/>
        <pc:sldMkLst>
          <pc:docMk/>
          <pc:sldMk cId="0" sldId="331"/>
        </pc:sldMkLst>
      </pc:sldChg>
      <pc:sldChg chg="del">
        <pc:chgData name="Maged Elhamady" userId="3c668177-9cc3-4dff-81f9-13505a85a121" providerId="ADAL" clId="{75A4AED5-7F7E-43E6-A565-30D2D57DBEE9}" dt="2024-04-03T20:43:33.257" v="1749" actId="47"/>
        <pc:sldMkLst>
          <pc:docMk/>
          <pc:sldMk cId="0" sldId="332"/>
        </pc:sldMkLst>
      </pc:sldChg>
      <pc:sldChg chg="del">
        <pc:chgData name="Maged Elhamady" userId="3c668177-9cc3-4dff-81f9-13505a85a121" providerId="ADAL" clId="{75A4AED5-7F7E-43E6-A565-30D2D57DBEE9}" dt="2024-04-03T20:43:33.257" v="1749" actId="47"/>
        <pc:sldMkLst>
          <pc:docMk/>
          <pc:sldMk cId="0" sldId="333"/>
        </pc:sldMkLst>
      </pc:sldChg>
      <pc:sldChg chg="del">
        <pc:chgData name="Maged Elhamady" userId="3c668177-9cc3-4dff-81f9-13505a85a121" providerId="ADAL" clId="{75A4AED5-7F7E-43E6-A565-30D2D57DBEE9}" dt="2024-04-03T20:43:33.257" v="1749" actId="47"/>
        <pc:sldMkLst>
          <pc:docMk/>
          <pc:sldMk cId="0" sldId="335"/>
        </pc:sldMkLst>
      </pc:sldChg>
      <pc:sldChg chg="del">
        <pc:chgData name="Maged Elhamady" userId="3c668177-9cc3-4dff-81f9-13505a85a121" providerId="ADAL" clId="{75A4AED5-7F7E-43E6-A565-30D2D57DBEE9}" dt="2024-04-03T20:43:33.257" v="1749" actId="47"/>
        <pc:sldMkLst>
          <pc:docMk/>
          <pc:sldMk cId="0" sldId="337"/>
        </pc:sldMkLst>
      </pc:sldChg>
      <pc:sldChg chg="del">
        <pc:chgData name="Maged Elhamady" userId="3c668177-9cc3-4dff-81f9-13505a85a121" providerId="ADAL" clId="{75A4AED5-7F7E-43E6-A565-30D2D57DBEE9}" dt="2024-04-03T20:43:33.257" v="1749" actId="47"/>
        <pc:sldMkLst>
          <pc:docMk/>
          <pc:sldMk cId="0" sldId="338"/>
        </pc:sldMkLst>
      </pc:sldChg>
      <pc:sldChg chg="del">
        <pc:chgData name="Maged Elhamady" userId="3c668177-9cc3-4dff-81f9-13505a85a121" providerId="ADAL" clId="{75A4AED5-7F7E-43E6-A565-30D2D57DBEE9}" dt="2024-04-03T20:43:33.257" v="1749" actId="47"/>
        <pc:sldMkLst>
          <pc:docMk/>
          <pc:sldMk cId="0" sldId="339"/>
        </pc:sldMkLst>
      </pc:sldChg>
      <pc:sldChg chg="del">
        <pc:chgData name="Maged Elhamady" userId="3c668177-9cc3-4dff-81f9-13505a85a121" providerId="ADAL" clId="{75A4AED5-7F7E-43E6-A565-30D2D57DBEE9}" dt="2024-04-03T20:43:33.257" v="1749" actId="47"/>
        <pc:sldMkLst>
          <pc:docMk/>
          <pc:sldMk cId="0" sldId="340"/>
        </pc:sldMkLst>
      </pc:sldChg>
      <pc:sldChg chg="del">
        <pc:chgData name="Maged Elhamady" userId="3c668177-9cc3-4dff-81f9-13505a85a121" providerId="ADAL" clId="{75A4AED5-7F7E-43E6-A565-30D2D57DBEE9}" dt="2024-04-03T20:43:33.257" v="1749" actId="47"/>
        <pc:sldMkLst>
          <pc:docMk/>
          <pc:sldMk cId="0" sldId="341"/>
        </pc:sldMkLst>
      </pc:sldChg>
      <pc:sldChg chg="del">
        <pc:chgData name="Maged Elhamady" userId="3c668177-9cc3-4dff-81f9-13505a85a121" providerId="ADAL" clId="{75A4AED5-7F7E-43E6-A565-30D2D57DBEE9}" dt="2024-04-03T20:43:33.257" v="1749" actId="47"/>
        <pc:sldMkLst>
          <pc:docMk/>
          <pc:sldMk cId="0" sldId="342"/>
        </pc:sldMkLst>
      </pc:sldChg>
      <pc:sldChg chg="del">
        <pc:chgData name="Maged Elhamady" userId="3c668177-9cc3-4dff-81f9-13505a85a121" providerId="ADAL" clId="{75A4AED5-7F7E-43E6-A565-30D2D57DBEE9}" dt="2024-04-03T20:43:33.257" v="1749" actId="47"/>
        <pc:sldMkLst>
          <pc:docMk/>
          <pc:sldMk cId="0" sldId="343"/>
        </pc:sldMkLst>
      </pc:sldChg>
      <pc:sldChg chg="del">
        <pc:chgData name="Maged Elhamady" userId="3c668177-9cc3-4dff-81f9-13505a85a121" providerId="ADAL" clId="{75A4AED5-7F7E-43E6-A565-30D2D57DBEE9}" dt="2024-04-03T20:43:33.257" v="1749" actId="47"/>
        <pc:sldMkLst>
          <pc:docMk/>
          <pc:sldMk cId="0" sldId="344"/>
        </pc:sldMkLst>
      </pc:sldChg>
      <pc:sldChg chg="del">
        <pc:chgData name="Maged Elhamady" userId="3c668177-9cc3-4dff-81f9-13505a85a121" providerId="ADAL" clId="{75A4AED5-7F7E-43E6-A565-30D2D57DBEE9}" dt="2024-04-03T20:43:33.257" v="1749" actId="47"/>
        <pc:sldMkLst>
          <pc:docMk/>
          <pc:sldMk cId="0" sldId="345"/>
        </pc:sldMkLst>
      </pc:sldChg>
      <pc:sldChg chg="del">
        <pc:chgData name="Maged Elhamady" userId="3c668177-9cc3-4dff-81f9-13505a85a121" providerId="ADAL" clId="{75A4AED5-7F7E-43E6-A565-30D2D57DBEE9}" dt="2024-04-03T20:43:33.257" v="1749" actId="47"/>
        <pc:sldMkLst>
          <pc:docMk/>
          <pc:sldMk cId="0" sldId="347"/>
        </pc:sldMkLst>
      </pc:sldChg>
      <pc:sldChg chg="del">
        <pc:chgData name="Maged Elhamady" userId="3c668177-9cc3-4dff-81f9-13505a85a121" providerId="ADAL" clId="{75A4AED5-7F7E-43E6-A565-30D2D57DBEE9}" dt="2024-04-03T20:43:33.257" v="1749" actId="47"/>
        <pc:sldMkLst>
          <pc:docMk/>
          <pc:sldMk cId="0" sldId="348"/>
        </pc:sldMkLst>
      </pc:sldChg>
      <pc:sldChg chg="del">
        <pc:chgData name="Maged Elhamady" userId="3c668177-9cc3-4dff-81f9-13505a85a121" providerId="ADAL" clId="{75A4AED5-7F7E-43E6-A565-30D2D57DBEE9}" dt="2024-04-03T20:43:33.257" v="1749" actId="47"/>
        <pc:sldMkLst>
          <pc:docMk/>
          <pc:sldMk cId="0" sldId="349"/>
        </pc:sldMkLst>
      </pc:sldChg>
      <pc:sldChg chg="del">
        <pc:chgData name="Maged Elhamady" userId="3c668177-9cc3-4dff-81f9-13505a85a121" providerId="ADAL" clId="{75A4AED5-7F7E-43E6-A565-30D2D57DBEE9}" dt="2024-04-03T20:43:33.257" v="1749" actId="47"/>
        <pc:sldMkLst>
          <pc:docMk/>
          <pc:sldMk cId="0" sldId="350"/>
        </pc:sldMkLst>
      </pc:sldChg>
      <pc:sldChg chg="del">
        <pc:chgData name="Maged Elhamady" userId="3c668177-9cc3-4dff-81f9-13505a85a121" providerId="ADAL" clId="{75A4AED5-7F7E-43E6-A565-30D2D57DBEE9}" dt="2024-04-03T20:43:33.257" v="1749" actId="47"/>
        <pc:sldMkLst>
          <pc:docMk/>
          <pc:sldMk cId="0" sldId="351"/>
        </pc:sldMkLst>
      </pc:sldChg>
      <pc:sldChg chg="del">
        <pc:chgData name="Maged Elhamady" userId="3c668177-9cc3-4dff-81f9-13505a85a121" providerId="ADAL" clId="{75A4AED5-7F7E-43E6-A565-30D2D57DBEE9}" dt="2024-04-03T20:43:33.257" v="1749" actId="47"/>
        <pc:sldMkLst>
          <pc:docMk/>
          <pc:sldMk cId="0" sldId="352"/>
        </pc:sldMkLst>
      </pc:sldChg>
      <pc:sldChg chg="del">
        <pc:chgData name="Maged Elhamady" userId="3c668177-9cc3-4dff-81f9-13505a85a121" providerId="ADAL" clId="{75A4AED5-7F7E-43E6-A565-30D2D57DBEE9}" dt="2024-04-03T20:43:33.257" v="1749" actId="47"/>
        <pc:sldMkLst>
          <pc:docMk/>
          <pc:sldMk cId="0" sldId="353"/>
        </pc:sldMkLst>
      </pc:sldChg>
      <pc:sldChg chg="del">
        <pc:chgData name="Maged Elhamady" userId="3c668177-9cc3-4dff-81f9-13505a85a121" providerId="ADAL" clId="{75A4AED5-7F7E-43E6-A565-30D2D57DBEE9}" dt="2024-04-03T20:43:33.257" v="1749" actId="47"/>
        <pc:sldMkLst>
          <pc:docMk/>
          <pc:sldMk cId="0" sldId="354"/>
        </pc:sldMkLst>
      </pc:sldChg>
      <pc:sldChg chg="del">
        <pc:chgData name="Maged Elhamady" userId="3c668177-9cc3-4dff-81f9-13505a85a121" providerId="ADAL" clId="{75A4AED5-7F7E-43E6-A565-30D2D57DBEE9}" dt="2024-04-03T20:43:33.257" v="1749" actId="47"/>
        <pc:sldMkLst>
          <pc:docMk/>
          <pc:sldMk cId="0" sldId="355"/>
        </pc:sldMkLst>
      </pc:sldChg>
      <pc:sldChg chg="del">
        <pc:chgData name="Maged Elhamady" userId="3c668177-9cc3-4dff-81f9-13505a85a121" providerId="ADAL" clId="{75A4AED5-7F7E-43E6-A565-30D2D57DBEE9}" dt="2024-04-03T20:43:33.257" v="1749" actId="47"/>
        <pc:sldMkLst>
          <pc:docMk/>
          <pc:sldMk cId="0" sldId="356"/>
        </pc:sldMkLst>
      </pc:sldChg>
      <pc:sldChg chg="del">
        <pc:chgData name="Maged Elhamady" userId="3c668177-9cc3-4dff-81f9-13505a85a121" providerId="ADAL" clId="{75A4AED5-7F7E-43E6-A565-30D2D57DBEE9}" dt="2024-04-03T20:43:33.257" v="1749" actId="47"/>
        <pc:sldMkLst>
          <pc:docMk/>
          <pc:sldMk cId="2846123574" sldId="357"/>
        </pc:sldMkLst>
      </pc:sldChg>
      <pc:sldChg chg="del">
        <pc:chgData name="Maged Elhamady" userId="3c668177-9cc3-4dff-81f9-13505a85a121" providerId="ADAL" clId="{75A4AED5-7F7E-43E6-A565-30D2D57DBEE9}" dt="2024-04-03T20:43:33.257" v="1749" actId="47"/>
        <pc:sldMkLst>
          <pc:docMk/>
          <pc:sldMk cId="1285782416" sldId="358"/>
        </pc:sldMkLst>
      </pc:sldChg>
      <pc:sldChg chg="del">
        <pc:chgData name="Maged Elhamady" userId="3c668177-9cc3-4dff-81f9-13505a85a121" providerId="ADAL" clId="{75A4AED5-7F7E-43E6-A565-30D2D57DBEE9}" dt="2024-04-03T20:43:33.257" v="1749" actId="47"/>
        <pc:sldMkLst>
          <pc:docMk/>
          <pc:sldMk cId="3679165923" sldId="360"/>
        </pc:sldMkLst>
      </pc:sldChg>
      <pc:sldChg chg="del">
        <pc:chgData name="Maged Elhamady" userId="3c668177-9cc3-4dff-81f9-13505a85a121" providerId="ADAL" clId="{75A4AED5-7F7E-43E6-A565-30D2D57DBEE9}" dt="2024-04-03T20:43:33.257" v="1749" actId="47"/>
        <pc:sldMkLst>
          <pc:docMk/>
          <pc:sldMk cId="944704566" sldId="361"/>
        </pc:sldMkLst>
      </pc:sldChg>
      <pc:sldChg chg="del">
        <pc:chgData name="Maged Elhamady" userId="3c668177-9cc3-4dff-81f9-13505a85a121" providerId="ADAL" clId="{75A4AED5-7F7E-43E6-A565-30D2D57DBEE9}" dt="2024-04-03T20:43:33.257" v="1749" actId="47"/>
        <pc:sldMkLst>
          <pc:docMk/>
          <pc:sldMk cId="3529323187" sldId="362"/>
        </pc:sldMkLst>
      </pc:sldChg>
      <pc:sldChg chg="del">
        <pc:chgData name="Maged Elhamady" userId="3c668177-9cc3-4dff-81f9-13505a85a121" providerId="ADAL" clId="{75A4AED5-7F7E-43E6-A565-30D2D57DBEE9}" dt="2024-04-03T20:43:33.257" v="1749" actId="47"/>
        <pc:sldMkLst>
          <pc:docMk/>
          <pc:sldMk cId="0" sldId="363"/>
        </pc:sldMkLst>
      </pc:sldChg>
      <pc:sldChg chg="del">
        <pc:chgData name="Maged Elhamady" userId="3c668177-9cc3-4dff-81f9-13505a85a121" providerId="ADAL" clId="{75A4AED5-7F7E-43E6-A565-30D2D57DBEE9}" dt="2024-04-03T20:43:33.257" v="1749" actId="47"/>
        <pc:sldMkLst>
          <pc:docMk/>
          <pc:sldMk cId="0" sldId="364"/>
        </pc:sldMkLst>
      </pc:sldChg>
      <pc:sldChg chg="del">
        <pc:chgData name="Maged Elhamady" userId="3c668177-9cc3-4dff-81f9-13505a85a121" providerId="ADAL" clId="{75A4AED5-7F7E-43E6-A565-30D2D57DBEE9}" dt="2024-04-03T20:43:33.257" v="1749" actId="47"/>
        <pc:sldMkLst>
          <pc:docMk/>
          <pc:sldMk cId="0" sldId="365"/>
        </pc:sldMkLst>
      </pc:sldChg>
      <pc:sldChg chg="del">
        <pc:chgData name="Maged Elhamady" userId="3c668177-9cc3-4dff-81f9-13505a85a121" providerId="ADAL" clId="{75A4AED5-7F7E-43E6-A565-30D2D57DBEE9}" dt="2024-04-03T20:43:33.257" v="1749" actId="47"/>
        <pc:sldMkLst>
          <pc:docMk/>
          <pc:sldMk cId="0" sldId="366"/>
        </pc:sldMkLst>
      </pc:sldChg>
      <pc:sldChg chg="del">
        <pc:chgData name="Maged Elhamady" userId="3c668177-9cc3-4dff-81f9-13505a85a121" providerId="ADAL" clId="{75A4AED5-7F7E-43E6-A565-30D2D57DBEE9}" dt="2024-04-03T20:43:33.257" v="1749" actId="47"/>
        <pc:sldMkLst>
          <pc:docMk/>
          <pc:sldMk cId="0" sldId="367"/>
        </pc:sldMkLst>
      </pc:sldChg>
      <pc:sldChg chg="del">
        <pc:chgData name="Maged Elhamady" userId="3c668177-9cc3-4dff-81f9-13505a85a121" providerId="ADAL" clId="{75A4AED5-7F7E-43E6-A565-30D2D57DBEE9}" dt="2024-04-03T20:43:33.257" v="1749" actId="47"/>
        <pc:sldMkLst>
          <pc:docMk/>
          <pc:sldMk cId="0" sldId="369"/>
        </pc:sldMkLst>
      </pc:sldChg>
      <pc:sldChg chg="del">
        <pc:chgData name="Maged Elhamady" userId="3c668177-9cc3-4dff-81f9-13505a85a121" providerId="ADAL" clId="{75A4AED5-7F7E-43E6-A565-30D2D57DBEE9}" dt="2024-04-03T20:43:33.257" v="1749" actId="47"/>
        <pc:sldMkLst>
          <pc:docMk/>
          <pc:sldMk cId="0" sldId="370"/>
        </pc:sldMkLst>
      </pc:sldChg>
      <pc:sldChg chg="del">
        <pc:chgData name="Maged Elhamady" userId="3c668177-9cc3-4dff-81f9-13505a85a121" providerId="ADAL" clId="{75A4AED5-7F7E-43E6-A565-30D2D57DBEE9}" dt="2024-04-03T20:43:33.257" v="1749" actId="47"/>
        <pc:sldMkLst>
          <pc:docMk/>
          <pc:sldMk cId="0" sldId="371"/>
        </pc:sldMkLst>
      </pc:sldChg>
      <pc:sldChg chg="del">
        <pc:chgData name="Maged Elhamady" userId="3c668177-9cc3-4dff-81f9-13505a85a121" providerId="ADAL" clId="{75A4AED5-7F7E-43E6-A565-30D2D57DBEE9}" dt="2024-04-03T20:43:33.257" v="1749" actId="47"/>
        <pc:sldMkLst>
          <pc:docMk/>
          <pc:sldMk cId="0" sldId="372"/>
        </pc:sldMkLst>
      </pc:sldChg>
      <pc:sldChg chg="del">
        <pc:chgData name="Maged Elhamady" userId="3c668177-9cc3-4dff-81f9-13505a85a121" providerId="ADAL" clId="{75A4AED5-7F7E-43E6-A565-30D2D57DBEE9}" dt="2024-04-03T20:43:33.257" v="1749" actId="47"/>
        <pc:sldMkLst>
          <pc:docMk/>
          <pc:sldMk cId="0" sldId="373"/>
        </pc:sldMkLst>
      </pc:sldChg>
      <pc:sldChg chg="del">
        <pc:chgData name="Maged Elhamady" userId="3c668177-9cc3-4dff-81f9-13505a85a121" providerId="ADAL" clId="{75A4AED5-7F7E-43E6-A565-30D2D57DBEE9}" dt="2024-04-03T20:43:33.257" v="1749" actId="47"/>
        <pc:sldMkLst>
          <pc:docMk/>
          <pc:sldMk cId="0" sldId="374"/>
        </pc:sldMkLst>
      </pc:sldChg>
      <pc:sldChg chg="del">
        <pc:chgData name="Maged Elhamady" userId="3c668177-9cc3-4dff-81f9-13505a85a121" providerId="ADAL" clId="{75A4AED5-7F7E-43E6-A565-30D2D57DBEE9}" dt="2024-04-03T20:43:33.257" v="1749" actId="47"/>
        <pc:sldMkLst>
          <pc:docMk/>
          <pc:sldMk cId="0" sldId="375"/>
        </pc:sldMkLst>
      </pc:sldChg>
      <pc:sldChg chg="del">
        <pc:chgData name="Maged Elhamady" userId="3c668177-9cc3-4dff-81f9-13505a85a121" providerId="ADAL" clId="{75A4AED5-7F7E-43E6-A565-30D2D57DBEE9}" dt="2024-04-03T20:43:33.257" v="1749" actId="47"/>
        <pc:sldMkLst>
          <pc:docMk/>
          <pc:sldMk cId="0" sldId="377"/>
        </pc:sldMkLst>
      </pc:sldChg>
      <pc:sldChg chg="del">
        <pc:chgData name="Maged Elhamady" userId="3c668177-9cc3-4dff-81f9-13505a85a121" providerId="ADAL" clId="{75A4AED5-7F7E-43E6-A565-30D2D57DBEE9}" dt="2024-04-03T20:43:33.257" v="1749" actId="47"/>
        <pc:sldMkLst>
          <pc:docMk/>
          <pc:sldMk cId="0" sldId="378"/>
        </pc:sldMkLst>
      </pc:sldChg>
      <pc:sldChg chg="del">
        <pc:chgData name="Maged Elhamady" userId="3c668177-9cc3-4dff-81f9-13505a85a121" providerId="ADAL" clId="{75A4AED5-7F7E-43E6-A565-30D2D57DBEE9}" dt="2024-04-03T20:43:33.257" v="1749" actId="47"/>
        <pc:sldMkLst>
          <pc:docMk/>
          <pc:sldMk cId="0" sldId="379"/>
        </pc:sldMkLst>
      </pc:sldChg>
      <pc:sldChg chg="del">
        <pc:chgData name="Maged Elhamady" userId="3c668177-9cc3-4dff-81f9-13505a85a121" providerId="ADAL" clId="{75A4AED5-7F7E-43E6-A565-30D2D57DBEE9}" dt="2024-04-03T20:43:33.257" v="1749" actId="47"/>
        <pc:sldMkLst>
          <pc:docMk/>
          <pc:sldMk cId="0" sldId="380"/>
        </pc:sldMkLst>
      </pc:sldChg>
      <pc:sldChg chg="del">
        <pc:chgData name="Maged Elhamady" userId="3c668177-9cc3-4dff-81f9-13505a85a121" providerId="ADAL" clId="{75A4AED5-7F7E-43E6-A565-30D2D57DBEE9}" dt="2024-04-03T20:43:33.257" v="1749" actId="47"/>
        <pc:sldMkLst>
          <pc:docMk/>
          <pc:sldMk cId="0" sldId="420"/>
        </pc:sldMkLst>
      </pc:sldChg>
      <pc:sldChg chg="del">
        <pc:chgData name="Maged Elhamady" userId="3c668177-9cc3-4dff-81f9-13505a85a121" providerId="ADAL" clId="{75A4AED5-7F7E-43E6-A565-30D2D57DBEE9}" dt="2024-04-03T20:43:33.257" v="1749" actId="47"/>
        <pc:sldMkLst>
          <pc:docMk/>
          <pc:sldMk cId="0" sldId="421"/>
        </pc:sldMkLst>
      </pc:sldChg>
      <pc:sldChg chg="del">
        <pc:chgData name="Maged Elhamady" userId="3c668177-9cc3-4dff-81f9-13505a85a121" providerId="ADAL" clId="{75A4AED5-7F7E-43E6-A565-30D2D57DBEE9}" dt="2024-04-03T20:43:33.257" v="1749" actId="47"/>
        <pc:sldMkLst>
          <pc:docMk/>
          <pc:sldMk cId="0" sldId="425"/>
        </pc:sldMkLst>
      </pc:sldChg>
      <pc:sldChg chg="del">
        <pc:chgData name="Maged Elhamady" userId="3c668177-9cc3-4dff-81f9-13505a85a121" providerId="ADAL" clId="{75A4AED5-7F7E-43E6-A565-30D2D57DBEE9}" dt="2024-04-03T20:43:33.257" v="1749" actId="47"/>
        <pc:sldMkLst>
          <pc:docMk/>
          <pc:sldMk cId="0" sldId="429"/>
        </pc:sldMkLst>
      </pc:sldChg>
      <pc:sldChg chg="del">
        <pc:chgData name="Maged Elhamady" userId="3c668177-9cc3-4dff-81f9-13505a85a121" providerId="ADAL" clId="{75A4AED5-7F7E-43E6-A565-30D2D57DBEE9}" dt="2024-04-03T20:43:33.257" v="1749" actId="47"/>
        <pc:sldMkLst>
          <pc:docMk/>
          <pc:sldMk cId="0" sldId="434"/>
        </pc:sldMkLst>
      </pc:sldChg>
      <pc:sldChg chg="del">
        <pc:chgData name="Maged Elhamady" userId="3c668177-9cc3-4dff-81f9-13505a85a121" providerId="ADAL" clId="{75A4AED5-7F7E-43E6-A565-30D2D57DBEE9}" dt="2024-04-03T20:43:33.257" v="1749" actId="47"/>
        <pc:sldMkLst>
          <pc:docMk/>
          <pc:sldMk cId="0" sldId="435"/>
        </pc:sldMkLst>
      </pc:sldChg>
      <pc:sldChg chg="del">
        <pc:chgData name="Maged Elhamady" userId="3c668177-9cc3-4dff-81f9-13505a85a121" providerId="ADAL" clId="{75A4AED5-7F7E-43E6-A565-30D2D57DBEE9}" dt="2024-04-03T20:43:33.257" v="1749" actId="47"/>
        <pc:sldMkLst>
          <pc:docMk/>
          <pc:sldMk cId="0" sldId="436"/>
        </pc:sldMkLst>
      </pc:sldChg>
      <pc:sldChg chg="del">
        <pc:chgData name="Maged Elhamady" userId="3c668177-9cc3-4dff-81f9-13505a85a121" providerId="ADAL" clId="{75A4AED5-7F7E-43E6-A565-30D2D57DBEE9}" dt="2024-04-03T20:43:33.257" v="1749" actId="47"/>
        <pc:sldMkLst>
          <pc:docMk/>
          <pc:sldMk cId="0" sldId="437"/>
        </pc:sldMkLst>
      </pc:sldChg>
      <pc:sldChg chg="del">
        <pc:chgData name="Maged Elhamady" userId="3c668177-9cc3-4dff-81f9-13505a85a121" providerId="ADAL" clId="{75A4AED5-7F7E-43E6-A565-30D2D57DBEE9}" dt="2024-04-03T20:43:33.257" v="1749" actId="47"/>
        <pc:sldMkLst>
          <pc:docMk/>
          <pc:sldMk cId="0" sldId="438"/>
        </pc:sldMkLst>
      </pc:sldChg>
      <pc:sldChg chg="del">
        <pc:chgData name="Maged Elhamady" userId="3c668177-9cc3-4dff-81f9-13505a85a121" providerId="ADAL" clId="{75A4AED5-7F7E-43E6-A565-30D2D57DBEE9}" dt="2024-04-03T20:43:33.257" v="1749" actId="47"/>
        <pc:sldMkLst>
          <pc:docMk/>
          <pc:sldMk cId="0" sldId="440"/>
        </pc:sldMkLst>
      </pc:sldChg>
      <pc:sldChg chg="del">
        <pc:chgData name="Maged Elhamady" userId="3c668177-9cc3-4dff-81f9-13505a85a121" providerId="ADAL" clId="{75A4AED5-7F7E-43E6-A565-30D2D57DBEE9}" dt="2024-04-03T20:43:33.257" v="1749" actId="47"/>
        <pc:sldMkLst>
          <pc:docMk/>
          <pc:sldMk cId="0" sldId="441"/>
        </pc:sldMkLst>
      </pc:sldChg>
      <pc:sldChg chg="del">
        <pc:chgData name="Maged Elhamady" userId="3c668177-9cc3-4dff-81f9-13505a85a121" providerId="ADAL" clId="{75A4AED5-7F7E-43E6-A565-30D2D57DBEE9}" dt="2024-04-03T20:43:33.257" v="1749" actId="47"/>
        <pc:sldMkLst>
          <pc:docMk/>
          <pc:sldMk cId="0" sldId="442"/>
        </pc:sldMkLst>
      </pc:sldChg>
      <pc:sldChg chg="del">
        <pc:chgData name="Maged Elhamady" userId="3c668177-9cc3-4dff-81f9-13505a85a121" providerId="ADAL" clId="{75A4AED5-7F7E-43E6-A565-30D2D57DBEE9}" dt="2024-04-03T20:43:33.257" v="1749" actId="47"/>
        <pc:sldMkLst>
          <pc:docMk/>
          <pc:sldMk cId="0" sldId="443"/>
        </pc:sldMkLst>
      </pc:sldChg>
      <pc:sldChg chg="del">
        <pc:chgData name="Maged Elhamady" userId="3c668177-9cc3-4dff-81f9-13505a85a121" providerId="ADAL" clId="{75A4AED5-7F7E-43E6-A565-30D2D57DBEE9}" dt="2024-04-03T20:43:33.257" v="1749" actId="47"/>
        <pc:sldMkLst>
          <pc:docMk/>
          <pc:sldMk cId="0" sldId="444"/>
        </pc:sldMkLst>
      </pc:sldChg>
      <pc:sldChg chg="del">
        <pc:chgData name="Maged Elhamady" userId="3c668177-9cc3-4dff-81f9-13505a85a121" providerId="ADAL" clId="{75A4AED5-7F7E-43E6-A565-30D2D57DBEE9}" dt="2024-04-03T20:43:33.257" v="1749" actId="47"/>
        <pc:sldMkLst>
          <pc:docMk/>
          <pc:sldMk cId="0" sldId="445"/>
        </pc:sldMkLst>
      </pc:sldChg>
      <pc:sldChg chg="del">
        <pc:chgData name="Maged Elhamady" userId="3c668177-9cc3-4dff-81f9-13505a85a121" providerId="ADAL" clId="{75A4AED5-7F7E-43E6-A565-30D2D57DBEE9}" dt="2024-04-03T20:43:33.257" v="1749" actId="47"/>
        <pc:sldMkLst>
          <pc:docMk/>
          <pc:sldMk cId="0" sldId="446"/>
        </pc:sldMkLst>
      </pc:sldChg>
      <pc:sldChg chg="del">
        <pc:chgData name="Maged Elhamady" userId="3c668177-9cc3-4dff-81f9-13505a85a121" providerId="ADAL" clId="{75A4AED5-7F7E-43E6-A565-30D2D57DBEE9}" dt="2024-04-03T20:43:33.257" v="1749" actId="47"/>
        <pc:sldMkLst>
          <pc:docMk/>
          <pc:sldMk cId="0" sldId="447"/>
        </pc:sldMkLst>
      </pc:sldChg>
      <pc:sldChg chg="del">
        <pc:chgData name="Maged Elhamady" userId="3c668177-9cc3-4dff-81f9-13505a85a121" providerId="ADAL" clId="{75A4AED5-7F7E-43E6-A565-30D2D57DBEE9}" dt="2024-04-03T20:43:33.257" v="1749" actId="47"/>
        <pc:sldMkLst>
          <pc:docMk/>
          <pc:sldMk cId="0" sldId="449"/>
        </pc:sldMkLst>
      </pc:sldChg>
      <pc:sldChg chg="del">
        <pc:chgData name="Maged Elhamady" userId="3c668177-9cc3-4dff-81f9-13505a85a121" providerId="ADAL" clId="{75A4AED5-7F7E-43E6-A565-30D2D57DBEE9}" dt="2024-04-03T20:43:33.257" v="1749" actId="47"/>
        <pc:sldMkLst>
          <pc:docMk/>
          <pc:sldMk cId="0" sldId="450"/>
        </pc:sldMkLst>
      </pc:sldChg>
      <pc:sldChg chg="del">
        <pc:chgData name="Maged Elhamady" userId="3c668177-9cc3-4dff-81f9-13505a85a121" providerId="ADAL" clId="{75A4AED5-7F7E-43E6-A565-30D2D57DBEE9}" dt="2024-04-03T20:43:33.257" v="1749" actId="47"/>
        <pc:sldMkLst>
          <pc:docMk/>
          <pc:sldMk cId="0" sldId="451"/>
        </pc:sldMkLst>
      </pc:sldChg>
      <pc:sldChg chg="del">
        <pc:chgData name="Maged Elhamady" userId="3c668177-9cc3-4dff-81f9-13505a85a121" providerId="ADAL" clId="{75A4AED5-7F7E-43E6-A565-30D2D57DBEE9}" dt="2024-04-03T20:43:33.257" v="1749" actId="47"/>
        <pc:sldMkLst>
          <pc:docMk/>
          <pc:sldMk cId="0" sldId="452"/>
        </pc:sldMkLst>
      </pc:sldChg>
      <pc:sldChg chg="del">
        <pc:chgData name="Maged Elhamady" userId="3c668177-9cc3-4dff-81f9-13505a85a121" providerId="ADAL" clId="{75A4AED5-7F7E-43E6-A565-30D2D57DBEE9}" dt="2024-04-03T20:43:33.257" v="1749" actId="47"/>
        <pc:sldMkLst>
          <pc:docMk/>
          <pc:sldMk cId="0" sldId="472"/>
        </pc:sldMkLst>
      </pc:sldChg>
      <pc:sldChg chg="del">
        <pc:chgData name="Maged Elhamady" userId="3c668177-9cc3-4dff-81f9-13505a85a121" providerId="ADAL" clId="{75A4AED5-7F7E-43E6-A565-30D2D57DBEE9}" dt="2024-04-03T20:43:33.257" v="1749" actId="47"/>
        <pc:sldMkLst>
          <pc:docMk/>
          <pc:sldMk cId="0" sldId="473"/>
        </pc:sldMkLst>
      </pc:sldChg>
      <pc:sldChg chg="del">
        <pc:chgData name="Maged Elhamady" userId="3c668177-9cc3-4dff-81f9-13505a85a121" providerId="ADAL" clId="{75A4AED5-7F7E-43E6-A565-30D2D57DBEE9}" dt="2024-04-03T20:43:33.257" v="1749" actId="47"/>
        <pc:sldMkLst>
          <pc:docMk/>
          <pc:sldMk cId="0" sldId="474"/>
        </pc:sldMkLst>
      </pc:sldChg>
      <pc:sldChg chg="del">
        <pc:chgData name="Maged Elhamady" userId="3c668177-9cc3-4dff-81f9-13505a85a121" providerId="ADAL" clId="{75A4AED5-7F7E-43E6-A565-30D2D57DBEE9}" dt="2024-04-03T20:43:33.257" v="1749" actId="47"/>
        <pc:sldMkLst>
          <pc:docMk/>
          <pc:sldMk cId="0" sldId="475"/>
        </pc:sldMkLst>
      </pc:sldChg>
      <pc:sldChg chg="del">
        <pc:chgData name="Maged Elhamady" userId="3c668177-9cc3-4dff-81f9-13505a85a121" providerId="ADAL" clId="{75A4AED5-7F7E-43E6-A565-30D2D57DBEE9}" dt="2024-04-03T20:43:33.257" v="1749" actId="47"/>
        <pc:sldMkLst>
          <pc:docMk/>
          <pc:sldMk cId="0" sldId="476"/>
        </pc:sldMkLst>
      </pc:sldChg>
      <pc:sldChg chg="del">
        <pc:chgData name="Maged Elhamady" userId="3c668177-9cc3-4dff-81f9-13505a85a121" providerId="ADAL" clId="{75A4AED5-7F7E-43E6-A565-30D2D57DBEE9}" dt="2024-04-03T20:43:33.257" v="1749" actId="47"/>
        <pc:sldMkLst>
          <pc:docMk/>
          <pc:sldMk cId="0" sldId="477"/>
        </pc:sldMkLst>
      </pc:sldChg>
      <pc:sldChg chg="del">
        <pc:chgData name="Maged Elhamady" userId="3c668177-9cc3-4dff-81f9-13505a85a121" providerId="ADAL" clId="{75A4AED5-7F7E-43E6-A565-30D2D57DBEE9}" dt="2024-04-03T20:43:33.257" v="1749" actId="47"/>
        <pc:sldMkLst>
          <pc:docMk/>
          <pc:sldMk cId="0" sldId="478"/>
        </pc:sldMkLst>
      </pc:sldChg>
      <pc:sldChg chg="del">
        <pc:chgData name="Maged Elhamady" userId="3c668177-9cc3-4dff-81f9-13505a85a121" providerId="ADAL" clId="{75A4AED5-7F7E-43E6-A565-30D2D57DBEE9}" dt="2024-04-03T20:43:33.257" v="1749" actId="47"/>
        <pc:sldMkLst>
          <pc:docMk/>
          <pc:sldMk cId="0" sldId="479"/>
        </pc:sldMkLst>
      </pc:sldChg>
      <pc:sldChg chg="del">
        <pc:chgData name="Maged Elhamady" userId="3c668177-9cc3-4dff-81f9-13505a85a121" providerId="ADAL" clId="{75A4AED5-7F7E-43E6-A565-30D2D57DBEE9}" dt="2024-04-03T20:43:33.257" v="1749" actId="47"/>
        <pc:sldMkLst>
          <pc:docMk/>
          <pc:sldMk cId="0" sldId="480"/>
        </pc:sldMkLst>
      </pc:sldChg>
      <pc:sldChg chg="del">
        <pc:chgData name="Maged Elhamady" userId="3c668177-9cc3-4dff-81f9-13505a85a121" providerId="ADAL" clId="{75A4AED5-7F7E-43E6-A565-30D2D57DBEE9}" dt="2024-04-03T20:43:33.257" v="1749" actId="47"/>
        <pc:sldMkLst>
          <pc:docMk/>
          <pc:sldMk cId="0" sldId="481"/>
        </pc:sldMkLst>
      </pc:sldChg>
      <pc:sldChg chg="del">
        <pc:chgData name="Maged Elhamady" userId="3c668177-9cc3-4dff-81f9-13505a85a121" providerId="ADAL" clId="{75A4AED5-7F7E-43E6-A565-30D2D57DBEE9}" dt="2024-04-03T20:43:33.257" v="1749" actId="47"/>
        <pc:sldMkLst>
          <pc:docMk/>
          <pc:sldMk cId="0" sldId="482"/>
        </pc:sldMkLst>
      </pc:sldChg>
      <pc:sldChg chg="del">
        <pc:chgData name="Maged Elhamady" userId="3c668177-9cc3-4dff-81f9-13505a85a121" providerId="ADAL" clId="{75A4AED5-7F7E-43E6-A565-30D2D57DBEE9}" dt="2024-04-03T20:43:33.257" v="1749" actId="47"/>
        <pc:sldMkLst>
          <pc:docMk/>
          <pc:sldMk cId="0" sldId="483"/>
        </pc:sldMkLst>
      </pc:sldChg>
      <pc:sldChg chg="del">
        <pc:chgData name="Maged Elhamady" userId="3c668177-9cc3-4dff-81f9-13505a85a121" providerId="ADAL" clId="{75A4AED5-7F7E-43E6-A565-30D2D57DBEE9}" dt="2024-04-03T20:43:33.257" v="1749" actId="47"/>
        <pc:sldMkLst>
          <pc:docMk/>
          <pc:sldMk cId="0" sldId="484"/>
        </pc:sldMkLst>
      </pc:sldChg>
      <pc:sldChg chg="del">
        <pc:chgData name="Maged Elhamady" userId="3c668177-9cc3-4dff-81f9-13505a85a121" providerId="ADAL" clId="{75A4AED5-7F7E-43E6-A565-30D2D57DBEE9}" dt="2024-04-03T20:43:33.257" v="1749" actId="47"/>
        <pc:sldMkLst>
          <pc:docMk/>
          <pc:sldMk cId="0" sldId="485"/>
        </pc:sldMkLst>
      </pc:sldChg>
      <pc:sldChg chg="del">
        <pc:chgData name="Maged Elhamady" userId="3c668177-9cc3-4dff-81f9-13505a85a121" providerId="ADAL" clId="{75A4AED5-7F7E-43E6-A565-30D2D57DBEE9}" dt="2024-04-03T20:43:33.257" v="1749" actId="47"/>
        <pc:sldMkLst>
          <pc:docMk/>
          <pc:sldMk cId="0" sldId="486"/>
        </pc:sldMkLst>
      </pc:sldChg>
      <pc:sldChg chg="del">
        <pc:chgData name="Maged Elhamady" userId="3c668177-9cc3-4dff-81f9-13505a85a121" providerId="ADAL" clId="{75A4AED5-7F7E-43E6-A565-30D2D57DBEE9}" dt="2024-04-03T20:43:33.257" v="1749" actId="47"/>
        <pc:sldMkLst>
          <pc:docMk/>
          <pc:sldMk cId="0" sldId="487"/>
        </pc:sldMkLst>
      </pc:sldChg>
      <pc:sldChg chg="del">
        <pc:chgData name="Maged Elhamady" userId="3c668177-9cc3-4dff-81f9-13505a85a121" providerId="ADAL" clId="{75A4AED5-7F7E-43E6-A565-30D2D57DBEE9}" dt="2024-04-03T20:43:33.257" v="1749" actId="47"/>
        <pc:sldMkLst>
          <pc:docMk/>
          <pc:sldMk cId="0" sldId="488"/>
        </pc:sldMkLst>
      </pc:sldChg>
      <pc:sldChg chg="del">
        <pc:chgData name="Maged Elhamady" userId="3c668177-9cc3-4dff-81f9-13505a85a121" providerId="ADAL" clId="{75A4AED5-7F7E-43E6-A565-30D2D57DBEE9}" dt="2024-04-03T20:43:33.257" v="1749" actId="47"/>
        <pc:sldMkLst>
          <pc:docMk/>
          <pc:sldMk cId="0" sldId="489"/>
        </pc:sldMkLst>
      </pc:sldChg>
      <pc:sldChg chg="del">
        <pc:chgData name="Maged Elhamady" userId="3c668177-9cc3-4dff-81f9-13505a85a121" providerId="ADAL" clId="{75A4AED5-7F7E-43E6-A565-30D2D57DBEE9}" dt="2024-04-03T20:43:33.257" v="1749" actId="47"/>
        <pc:sldMkLst>
          <pc:docMk/>
          <pc:sldMk cId="0" sldId="490"/>
        </pc:sldMkLst>
      </pc:sldChg>
      <pc:sldChg chg="del">
        <pc:chgData name="Maged Elhamady" userId="3c668177-9cc3-4dff-81f9-13505a85a121" providerId="ADAL" clId="{75A4AED5-7F7E-43E6-A565-30D2D57DBEE9}" dt="2024-04-03T20:43:33.257" v="1749" actId="47"/>
        <pc:sldMkLst>
          <pc:docMk/>
          <pc:sldMk cId="0" sldId="491"/>
        </pc:sldMkLst>
      </pc:sldChg>
      <pc:sldChg chg="del">
        <pc:chgData name="Maged Elhamady" userId="3c668177-9cc3-4dff-81f9-13505a85a121" providerId="ADAL" clId="{75A4AED5-7F7E-43E6-A565-30D2D57DBEE9}" dt="2024-04-03T20:43:23.516" v="1748" actId="47"/>
        <pc:sldMkLst>
          <pc:docMk/>
          <pc:sldMk cId="0" sldId="492"/>
        </pc:sldMkLst>
      </pc:sldChg>
      <pc:sldChg chg="del">
        <pc:chgData name="Maged Elhamady" userId="3c668177-9cc3-4dff-81f9-13505a85a121" providerId="ADAL" clId="{75A4AED5-7F7E-43E6-A565-30D2D57DBEE9}" dt="2024-04-03T20:43:33.257" v="1749" actId="47"/>
        <pc:sldMkLst>
          <pc:docMk/>
          <pc:sldMk cId="1409528487" sldId="493"/>
        </pc:sldMkLst>
      </pc:sldChg>
      <pc:sldChg chg="del">
        <pc:chgData name="Maged Elhamady" userId="3c668177-9cc3-4dff-81f9-13505a85a121" providerId="ADAL" clId="{75A4AED5-7F7E-43E6-A565-30D2D57DBEE9}" dt="2024-04-03T20:43:33.257" v="1749" actId="47"/>
        <pc:sldMkLst>
          <pc:docMk/>
          <pc:sldMk cId="4283704562" sldId="494"/>
        </pc:sldMkLst>
      </pc:sldChg>
      <pc:sldChg chg="del">
        <pc:chgData name="Maged Elhamady" userId="3c668177-9cc3-4dff-81f9-13505a85a121" providerId="ADAL" clId="{75A4AED5-7F7E-43E6-A565-30D2D57DBEE9}" dt="2024-04-03T20:43:33.257" v="1749" actId="47"/>
        <pc:sldMkLst>
          <pc:docMk/>
          <pc:sldMk cId="0" sldId="495"/>
        </pc:sldMkLst>
      </pc:sldChg>
      <pc:sldChg chg="del">
        <pc:chgData name="Maged Elhamady" userId="3c668177-9cc3-4dff-81f9-13505a85a121" providerId="ADAL" clId="{75A4AED5-7F7E-43E6-A565-30D2D57DBEE9}" dt="2024-04-03T20:43:33.257" v="1749" actId="47"/>
        <pc:sldMkLst>
          <pc:docMk/>
          <pc:sldMk cId="0" sldId="496"/>
        </pc:sldMkLst>
      </pc:sldChg>
      <pc:sldChg chg="del">
        <pc:chgData name="Maged Elhamady" userId="3c668177-9cc3-4dff-81f9-13505a85a121" providerId="ADAL" clId="{75A4AED5-7F7E-43E6-A565-30D2D57DBEE9}" dt="2024-04-03T20:43:33.257" v="1749" actId="47"/>
        <pc:sldMkLst>
          <pc:docMk/>
          <pc:sldMk cId="0" sldId="497"/>
        </pc:sldMkLst>
      </pc:sldChg>
      <pc:sldChg chg="del">
        <pc:chgData name="Maged Elhamady" userId="3c668177-9cc3-4dff-81f9-13505a85a121" providerId="ADAL" clId="{75A4AED5-7F7E-43E6-A565-30D2D57DBEE9}" dt="2024-04-03T20:43:33.257" v="1749" actId="47"/>
        <pc:sldMkLst>
          <pc:docMk/>
          <pc:sldMk cId="0" sldId="498"/>
        </pc:sldMkLst>
      </pc:sldChg>
      <pc:sldChg chg="del">
        <pc:chgData name="Maged Elhamady" userId="3c668177-9cc3-4dff-81f9-13505a85a121" providerId="ADAL" clId="{75A4AED5-7F7E-43E6-A565-30D2D57DBEE9}" dt="2024-04-03T20:43:33.257" v="1749" actId="47"/>
        <pc:sldMkLst>
          <pc:docMk/>
          <pc:sldMk cId="0" sldId="499"/>
        </pc:sldMkLst>
      </pc:sldChg>
      <pc:sldChg chg="del">
        <pc:chgData name="Maged Elhamady" userId="3c668177-9cc3-4dff-81f9-13505a85a121" providerId="ADAL" clId="{75A4AED5-7F7E-43E6-A565-30D2D57DBEE9}" dt="2024-04-03T20:43:33.257" v="1749" actId="47"/>
        <pc:sldMkLst>
          <pc:docMk/>
          <pc:sldMk cId="0" sldId="500"/>
        </pc:sldMkLst>
      </pc:sldChg>
      <pc:sldChg chg="del">
        <pc:chgData name="Maged Elhamady" userId="3c668177-9cc3-4dff-81f9-13505a85a121" providerId="ADAL" clId="{75A4AED5-7F7E-43E6-A565-30D2D57DBEE9}" dt="2024-04-03T20:43:33.257" v="1749" actId="47"/>
        <pc:sldMkLst>
          <pc:docMk/>
          <pc:sldMk cId="0" sldId="502"/>
        </pc:sldMkLst>
      </pc:sldChg>
      <pc:sldChg chg="del">
        <pc:chgData name="Maged Elhamady" userId="3c668177-9cc3-4dff-81f9-13505a85a121" providerId="ADAL" clId="{75A4AED5-7F7E-43E6-A565-30D2D57DBEE9}" dt="2024-04-03T20:43:33.257" v="1749" actId="47"/>
        <pc:sldMkLst>
          <pc:docMk/>
          <pc:sldMk cId="0" sldId="504"/>
        </pc:sldMkLst>
      </pc:sldChg>
      <pc:sldChg chg="del">
        <pc:chgData name="Maged Elhamady" userId="3c668177-9cc3-4dff-81f9-13505a85a121" providerId="ADAL" clId="{75A4AED5-7F7E-43E6-A565-30D2D57DBEE9}" dt="2024-04-03T20:43:33.257" v="1749" actId="47"/>
        <pc:sldMkLst>
          <pc:docMk/>
          <pc:sldMk cId="0" sldId="505"/>
        </pc:sldMkLst>
      </pc:sldChg>
      <pc:sldChg chg="del">
        <pc:chgData name="Maged Elhamady" userId="3c668177-9cc3-4dff-81f9-13505a85a121" providerId="ADAL" clId="{75A4AED5-7F7E-43E6-A565-30D2D57DBEE9}" dt="2024-04-03T20:43:33.257" v="1749" actId="47"/>
        <pc:sldMkLst>
          <pc:docMk/>
          <pc:sldMk cId="0" sldId="506"/>
        </pc:sldMkLst>
      </pc:sldChg>
      <pc:sldChg chg="del">
        <pc:chgData name="Maged Elhamady" userId="3c668177-9cc3-4dff-81f9-13505a85a121" providerId="ADAL" clId="{75A4AED5-7F7E-43E6-A565-30D2D57DBEE9}" dt="2024-04-03T20:43:33.257" v="1749" actId="47"/>
        <pc:sldMkLst>
          <pc:docMk/>
          <pc:sldMk cId="0" sldId="507"/>
        </pc:sldMkLst>
      </pc:sldChg>
      <pc:sldChg chg="del">
        <pc:chgData name="Maged Elhamady" userId="3c668177-9cc3-4dff-81f9-13505a85a121" providerId="ADAL" clId="{75A4AED5-7F7E-43E6-A565-30D2D57DBEE9}" dt="2024-04-03T20:43:33.257" v="1749" actId="47"/>
        <pc:sldMkLst>
          <pc:docMk/>
          <pc:sldMk cId="0" sldId="508"/>
        </pc:sldMkLst>
      </pc:sldChg>
      <pc:sldChg chg="del">
        <pc:chgData name="Maged Elhamady" userId="3c668177-9cc3-4dff-81f9-13505a85a121" providerId="ADAL" clId="{75A4AED5-7F7E-43E6-A565-30D2D57DBEE9}" dt="2024-04-03T20:43:33.257" v="1749" actId="47"/>
        <pc:sldMkLst>
          <pc:docMk/>
          <pc:sldMk cId="0" sldId="509"/>
        </pc:sldMkLst>
      </pc:sldChg>
      <pc:sldChg chg="del">
        <pc:chgData name="Maged Elhamady" userId="3c668177-9cc3-4dff-81f9-13505a85a121" providerId="ADAL" clId="{75A4AED5-7F7E-43E6-A565-30D2D57DBEE9}" dt="2024-04-03T20:43:33.257" v="1749" actId="47"/>
        <pc:sldMkLst>
          <pc:docMk/>
          <pc:sldMk cId="0" sldId="510"/>
        </pc:sldMkLst>
      </pc:sldChg>
      <pc:sldChg chg="del">
        <pc:chgData name="Maged Elhamady" userId="3c668177-9cc3-4dff-81f9-13505a85a121" providerId="ADAL" clId="{75A4AED5-7F7E-43E6-A565-30D2D57DBEE9}" dt="2024-04-03T20:43:33.257" v="1749" actId="47"/>
        <pc:sldMkLst>
          <pc:docMk/>
          <pc:sldMk cId="0" sldId="511"/>
        </pc:sldMkLst>
      </pc:sldChg>
      <pc:sldChg chg="del">
        <pc:chgData name="Maged Elhamady" userId="3c668177-9cc3-4dff-81f9-13505a85a121" providerId="ADAL" clId="{75A4AED5-7F7E-43E6-A565-30D2D57DBEE9}" dt="2024-04-03T20:43:33.257" v="1749" actId="47"/>
        <pc:sldMkLst>
          <pc:docMk/>
          <pc:sldMk cId="0" sldId="512"/>
        </pc:sldMkLst>
      </pc:sldChg>
      <pc:sldChg chg="del">
        <pc:chgData name="Maged Elhamady" userId="3c668177-9cc3-4dff-81f9-13505a85a121" providerId="ADAL" clId="{75A4AED5-7F7E-43E6-A565-30D2D57DBEE9}" dt="2024-04-03T20:43:33.257" v="1749" actId="47"/>
        <pc:sldMkLst>
          <pc:docMk/>
          <pc:sldMk cId="0" sldId="513"/>
        </pc:sldMkLst>
      </pc:sldChg>
      <pc:sldChg chg="del">
        <pc:chgData name="Maged Elhamady" userId="3c668177-9cc3-4dff-81f9-13505a85a121" providerId="ADAL" clId="{75A4AED5-7F7E-43E6-A565-30D2D57DBEE9}" dt="2024-04-03T20:43:33.257" v="1749" actId="47"/>
        <pc:sldMkLst>
          <pc:docMk/>
          <pc:sldMk cId="0" sldId="514"/>
        </pc:sldMkLst>
      </pc:sldChg>
      <pc:sldChg chg="del">
        <pc:chgData name="Maged Elhamady" userId="3c668177-9cc3-4dff-81f9-13505a85a121" providerId="ADAL" clId="{75A4AED5-7F7E-43E6-A565-30D2D57DBEE9}" dt="2024-04-03T20:43:33.257" v="1749" actId="47"/>
        <pc:sldMkLst>
          <pc:docMk/>
          <pc:sldMk cId="0" sldId="516"/>
        </pc:sldMkLst>
      </pc:sldChg>
      <pc:sldChg chg="del">
        <pc:chgData name="Maged Elhamady" userId="3c668177-9cc3-4dff-81f9-13505a85a121" providerId="ADAL" clId="{75A4AED5-7F7E-43E6-A565-30D2D57DBEE9}" dt="2024-04-03T20:43:33.257" v="1749" actId="47"/>
        <pc:sldMkLst>
          <pc:docMk/>
          <pc:sldMk cId="0" sldId="517"/>
        </pc:sldMkLst>
      </pc:sldChg>
      <pc:sldChg chg="del">
        <pc:chgData name="Maged Elhamady" userId="3c668177-9cc3-4dff-81f9-13505a85a121" providerId="ADAL" clId="{75A4AED5-7F7E-43E6-A565-30D2D57DBEE9}" dt="2024-04-03T20:43:33.257" v="1749" actId="47"/>
        <pc:sldMkLst>
          <pc:docMk/>
          <pc:sldMk cId="0" sldId="518"/>
        </pc:sldMkLst>
      </pc:sldChg>
      <pc:sldChg chg="del">
        <pc:chgData name="Maged Elhamady" userId="3c668177-9cc3-4dff-81f9-13505a85a121" providerId="ADAL" clId="{75A4AED5-7F7E-43E6-A565-30D2D57DBEE9}" dt="2024-04-03T20:43:33.257" v="1749" actId="47"/>
        <pc:sldMkLst>
          <pc:docMk/>
          <pc:sldMk cId="0" sldId="519"/>
        </pc:sldMkLst>
      </pc:sldChg>
      <pc:sldChg chg="del">
        <pc:chgData name="Maged Elhamady" userId="3c668177-9cc3-4dff-81f9-13505a85a121" providerId="ADAL" clId="{75A4AED5-7F7E-43E6-A565-30D2D57DBEE9}" dt="2024-04-03T20:43:33.257" v="1749" actId="47"/>
        <pc:sldMkLst>
          <pc:docMk/>
          <pc:sldMk cId="0" sldId="520"/>
        </pc:sldMkLst>
      </pc:sldChg>
      <pc:sldChg chg="del">
        <pc:chgData name="Maged Elhamady" userId="3c668177-9cc3-4dff-81f9-13505a85a121" providerId="ADAL" clId="{75A4AED5-7F7E-43E6-A565-30D2D57DBEE9}" dt="2024-04-03T20:43:33.257" v="1749" actId="47"/>
        <pc:sldMkLst>
          <pc:docMk/>
          <pc:sldMk cId="0" sldId="521"/>
        </pc:sldMkLst>
      </pc:sldChg>
      <pc:sldChg chg="del">
        <pc:chgData name="Maged Elhamady" userId="3c668177-9cc3-4dff-81f9-13505a85a121" providerId="ADAL" clId="{75A4AED5-7F7E-43E6-A565-30D2D57DBEE9}" dt="2024-04-03T20:43:33.257" v="1749" actId="47"/>
        <pc:sldMkLst>
          <pc:docMk/>
          <pc:sldMk cId="0" sldId="522"/>
        </pc:sldMkLst>
      </pc:sldChg>
      <pc:sldChg chg="del">
        <pc:chgData name="Maged Elhamady" userId="3c668177-9cc3-4dff-81f9-13505a85a121" providerId="ADAL" clId="{75A4AED5-7F7E-43E6-A565-30D2D57DBEE9}" dt="2024-04-03T20:43:33.257" v="1749" actId="47"/>
        <pc:sldMkLst>
          <pc:docMk/>
          <pc:sldMk cId="0" sldId="523"/>
        </pc:sldMkLst>
      </pc:sldChg>
      <pc:sldChg chg="del">
        <pc:chgData name="Maged Elhamady" userId="3c668177-9cc3-4dff-81f9-13505a85a121" providerId="ADAL" clId="{75A4AED5-7F7E-43E6-A565-30D2D57DBEE9}" dt="2024-04-03T20:43:33.257" v="1749" actId="47"/>
        <pc:sldMkLst>
          <pc:docMk/>
          <pc:sldMk cId="0" sldId="524"/>
        </pc:sldMkLst>
      </pc:sldChg>
      <pc:sldChg chg="del">
        <pc:chgData name="Maged Elhamady" userId="3c668177-9cc3-4dff-81f9-13505a85a121" providerId="ADAL" clId="{75A4AED5-7F7E-43E6-A565-30D2D57DBEE9}" dt="2024-04-03T20:43:33.257" v="1749" actId="47"/>
        <pc:sldMkLst>
          <pc:docMk/>
          <pc:sldMk cId="0" sldId="525"/>
        </pc:sldMkLst>
      </pc:sldChg>
      <pc:sldChg chg="del">
        <pc:chgData name="Maged Elhamady" userId="3c668177-9cc3-4dff-81f9-13505a85a121" providerId="ADAL" clId="{75A4AED5-7F7E-43E6-A565-30D2D57DBEE9}" dt="2024-04-03T20:43:33.257" v="1749" actId="47"/>
        <pc:sldMkLst>
          <pc:docMk/>
          <pc:sldMk cId="0" sldId="526"/>
        </pc:sldMkLst>
      </pc:sldChg>
      <pc:sldChg chg="del">
        <pc:chgData name="Maged Elhamady" userId="3c668177-9cc3-4dff-81f9-13505a85a121" providerId="ADAL" clId="{75A4AED5-7F7E-43E6-A565-30D2D57DBEE9}" dt="2024-04-03T20:43:33.257" v="1749" actId="47"/>
        <pc:sldMkLst>
          <pc:docMk/>
          <pc:sldMk cId="0" sldId="527"/>
        </pc:sldMkLst>
      </pc:sldChg>
      <pc:sldChg chg="del">
        <pc:chgData name="Maged Elhamady" userId="3c668177-9cc3-4dff-81f9-13505a85a121" providerId="ADAL" clId="{75A4AED5-7F7E-43E6-A565-30D2D57DBEE9}" dt="2024-04-03T20:43:33.257" v="1749" actId="47"/>
        <pc:sldMkLst>
          <pc:docMk/>
          <pc:sldMk cId="0" sldId="528"/>
        </pc:sldMkLst>
      </pc:sldChg>
      <pc:sldChg chg="del">
        <pc:chgData name="Maged Elhamady" userId="3c668177-9cc3-4dff-81f9-13505a85a121" providerId="ADAL" clId="{75A4AED5-7F7E-43E6-A565-30D2D57DBEE9}" dt="2024-04-03T20:43:33.257" v="1749" actId="47"/>
        <pc:sldMkLst>
          <pc:docMk/>
          <pc:sldMk cId="0" sldId="529"/>
        </pc:sldMkLst>
      </pc:sldChg>
      <pc:sldChg chg="del">
        <pc:chgData name="Maged Elhamady" userId="3c668177-9cc3-4dff-81f9-13505a85a121" providerId="ADAL" clId="{75A4AED5-7F7E-43E6-A565-30D2D57DBEE9}" dt="2024-04-03T20:43:33.257" v="1749" actId="47"/>
        <pc:sldMkLst>
          <pc:docMk/>
          <pc:sldMk cId="0" sldId="530"/>
        </pc:sldMkLst>
      </pc:sldChg>
      <pc:sldChg chg="del">
        <pc:chgData name="Maged Elhamady" userId="3c668177-9cc3-4dff-81f9-13505a85a121" providerId="ADAL" clId="{75A4AED5-7F7E-43E6-A565-30D2D57DBEE9}" dt="2024-04-03T20:43:33.257" v="1749" actId="47"/>
        <pc:sldMkLst>
          <pc:docMk/>
          <pc:sldMk cId="0" sldId="531"/>
        </pc:sldMkLst>
      </pc:sldChg>
      <pc:sldChg chg="del">
        <pc:chgData name="Maged Elhamady" userId="3c668177-9cc3-4dff-81f9-13505a85a121" providerId="ADAL" clId="{75A4AED5-7F7E-43E6-A565-30D2D57DBEE9}" dt="2024-04-03T20:43:33.257" v="1749" actId="47"/>
        <pc:sldMkLst>
          <pc:docMk/>
          <pc:sldMk cId="0" sldId="532"/>
        </pc:sldMkLst>
      </pc:sldChg>
      <pc:sldChg chg="del">
        <pc:chgData name="Maged Elhamady" userId="3c668177-9cc3-4dff-81f9-13505a85a121" providerId="ADAL" clId="{75A4AED5-7F7E-43E6-A565-30D2D57DBEE9}" dt="2024-04-03T20:43:33.257" v="1749" actId="47"/>
        <pc:sldMkLst>
          <pc:docMk/>
          <pc:sldMk cId="0" sldId="535"/>
        </pc:sldMkLst>
      </pc:sldChg>
      <pc:sldChg chg="del">
        <pc:chgData name="Maged Elhamady" userId="3c668177-9cc3-4dff-81f9-13505a85a121" providerId="ADAL" clId="{75A4AED5-7F7E-43E6-A565-30D2D57DBEE9}" dt="2024-04-03T20:43:33.257" v="1749" actId="47"/>
        <pc:sldMkLst>
          <pc:docMk/>
          <pc:sldMk cId="0" sldId="536"/>
        </pc:sldMkLst>
      </pc:sldChg>
      <pc:sldChg chg="del">
        <pc:chgData name="Maged Elhamady" userId="3c668177-9cc3-4dff-81f9-13505a85a121" providerId="ADAL" clId="{75A4AED5-7F7E-43E6-A565-30D2D57DBEE9}" dt="2024-04-03T20:43:33.257" v="1749" actId="47"/>
        <pc:sldMkLst>
          <pc:docMk/>
          <pc:sldMk cId="0" sldId="538"/>
        </pc:sldMkLst>
      </pc:sldChg>
      <pc:sldChg chg="del">
        <pc:chgData name="Maged Elhamady" userId="3c668177-9cc3-4dff-81f9-13505a85a121" providerId="ADAL" clId="{75A4AED5-7F7E-43E6-A565-30D2D57DBEE9}" dt="2024-04-03T20:43:33.257" v="1749" actId="47"/>
        <pc:sldMkLst>
          <pc:docMk/>
          <pc:sldMk cId="0" sldId="540"/>
        </pc:sldMkLst>
      </pc:sldChg>
      <pc:sldChg chg="del">
        <pc:chgData name="Maged Elhamady" userId="3c668177-9cc3-4dff-81f9-13505a85a121" providerId="ADAL" clId="{75A4AED5-7F7E-43E6-A565-30D2D57DBEE9}" dt="2024-04-03T20:43:33.257" v="1749" actId="47"/>
        <pc:sldMkLst>
          <pc:docMk/>
          <pc:sldMk cId="2236452264" sldId="542"/>
        </pc:sldMkLst>
      </pc:sldChg>
      <pc:sldChg chg="del">
        <pc:chgData name="Maged Elhamady" userId="3c668177-9cc3-4dff-81f9-13505a85a121" providerId="ADAL" clId="{75A4AED5-7F7E-43E6-A565-30D2D57DBEE9}" dt="2024-04-03T20:43:33.257" v="1749" actId="47"/>
        <pc:sldMkLst>
          <pc:docMk/>
          <pc:sldMk cId="0" sldId="543"/>
        </pc:sldMkLst>
      </pc:sldChg>
      <pc:sldChg chg="del">
        <pc:chgData name="Maged Elhamady" userId="3c668177-9cc3-4dff-81f9-13505a85a121" providerId="ADAL" clId="{75A4AED5-7F7E-43E6-A565-30D2D57DBEE9}" dt="2024-04-03T20:43:33.257" v="1749" actId="47"/>
        <pc:sldMkLst>
          <pc:docMk/>
          <pc:sldMk cId="0" sldId="544"/>
        </pc:sldMkLst>
      </pc:sldChg>
      <pc:sldChg chg="del">
        <pc:chgData name="Maged Elhamady" userId="3c668177-9cc3-4dff-81f9-13505a85a121" providerId="ADAL" clId="{75A4AED5-7F7E-43E6-A565-30D2D57DBEE9}" dt="2024-04-03T20:43:33.257" v="1749" actId="47"/>
        <pc:sldMkLst>
          <pc:docMk/>
          <pc:sldMk cId="0" sldId="545"/>
        </pc:sldMkLst>
      </pc:sldChg>
      <pc:sldChg chg="del">
        <pc:chgData name="Maged Elhamady" userId="3c668177-9cc3-4dff-81f9-13505a85a121" providerId="ADAL" clId="{75A4AED5-7F7E-43E6-A565-30D2D57DBEE9}" dt="2024-04-03T20:43:33.257" v="1749" actId="47"/>
        <pc:sldMkLst>
          <pc:docMk/>
          <pc:sldMk cId="0" sldId="546"/>
        </pc:sldMkLst>
      </pc:sldChg>
      <pc:sldChg chg="del">
        <pc:chgData name="Maged Elhamady" userId="3c668177-9cc3-4dff-81f9-13505a85a121" providerId="ADAL" clId="{75A4AED5-7F7E-43E6-A565-30D2D57DBEE9}" dt="2024-04-03T20:43:33.257" v="1749" actId="47"/>
        <pc:sldMkLst>
          <pc:docMk/>
          <pc:sldMk cId="0" sldId="547"/>
        </pc:sldMkLst>
      </pc:sldChg>
      <pc:sldChg chg="del">
        <pc:chgData name="Maged Elhamady" userId="3c668177-9cc3-4dff-81f9-13505a85a121" providerId="ADAL" clId="{75A4AED5-7F7E-43E6-A565-30D2D57DBEE9}" dt="2024-04-03T20:43:33.257" v="1749" actId="47"/>
        <pc:sldMkLst>
          <pc:docMk/>
          <pc:sldMk cId="0" sldId="548"/>
        </pc:sldMkLst>
      </pc:sldChg>
      <pc:sldChg chg="del">
        <pc:chgData name="Maged Elhamady" userId="3c668177-9cc3-4dff-81f9-13505a85a121" providerId="ADAL" clId="{75A4AED5-7F7E-43E6-A565-30D2D57DBEE9}" dt="2024-04-03T20:43:33.257" v="1749" actId="47"/>
        <pc:sldMkLst>
          <pc:docMk/>
          <pc:sldMk cId="0" sldId="549"/>
        </pc:sldMkLst>
      </pc:sldChg>
      <pc:sldChg chg="del">
        <pc:chgData name="Maged Elhamady" userId="3c668177-9cc3-4dff-81f9-13505a85a121" providerId="ADAL" clId="{75A4AED5-7F7E-43E6-A565-30D2D57DBEE9}" dt="2024-04-03T20:43:33.257" v="1749" actId="47"/>
        <pc:sldMkLst>
          <pc:docMk/>
          <pc:sldMk cId="0" sldId="550"/>
        </pc:sldMkLst>
      </pc:sldChg>
      <pc:sldChg chg="del">
        <pc:chgData name="Maged Elhamady" userId="3c668177-9cc3-4dff-81f9-13505a85a121" providerId="ADAL" clId="{75A4AED5-7F7E-43E6-A565-30D2D57DBEE9}" dt="2024-04-03T20:43:33.257" v="1749" actId="47"/>
        <pc:sldMkLst>
          <pc:docMk/>
          <pc:sldMk cId="0" sldId="551"/>
        </pc:sldMkLst>
      </pc:sldChg>
      <pc:sldChg chg="del">
        <pc:chgData name="Maged Elhamady" userId="3c668177-9cc3-4dff-81f9-13505a85a121" providerId="ADAL" clId="{75A4AED5-7F7E-43E6-A565-30D2D57DBEE9}" dt="2024-04-03T20:43:33.257" v="1749" actId="47"/>
        <pc:sldMkLst>
          <pc:docMk/>
          <pc:sldMk cId="0" sldId="552"/>
        </pc:sldMkLst>
      </pc:sldChg>
      <pc:sldChg chg="del">
        <pc:chgData name="Maged Elhamady" userId="3c668177-9cc3-4dff-81f9-13505a85a121" providerId="ADAL" clId="{75A4AED5-7F7E-43E6-A565-30D2D57DBEE9}" dt="2024-04-03T20:43:33.257" v="1749" actId="47"/>
        <pc:sldMkLst>
          <pc:docMk/>
          <pc:sldMk cId="0" sldId="553"/>
        </pc:sldMkLst>
      </pc:sldChg>
      <pc:sldChg chg="del">
        <pc:chgData name="Maged Elhamady" userId="3c668177-9cc3-4dff-81f9-13505a85a121" providerId="ADAL" clId="{75A4AED5-7F7E-43E6-A565-30D2D57DBEE9}" dt="2024-04-03T20:43:33.257" v="1749" actId="47"/>
        <pc:sldMkLst>
          <pc:docMk/>
          <pc:sldMk cId="0" sldId="554"/>
        </pc:sldMkLst>
      </pc:sldChg>
      <pc:sldChg chg="del">
        <pc:chgData name="Maged Elhamady" userId="3c668177-9cc3-4dff-81f9-13505a85a121" providerId="ADAL" clId="{75A4AED5-7F7E-43E6-A565-30D2D57DBEE9}" dt="2024-04-03T20:43:33.257" v="1749" actId="47"/>
        <pc:sldMkLst>
          <pc:docMk/>
          <pc:sldMk cId="0" sldId="555"/>
        </pc:sldMkLst>
      </pc:sldChg>
      <pc:sldChg chg="del">
        <pc:chgData name="Maged Elhamady" userId="3c668177-9cc3-4dff-81f9-13505a85a121" providerId="ADAL" clId="{75A4AED5-7F7E-43E6-A565-30D2D57DBEE9}" dt="2024-04-03T20:43:33.257" v="1749" actId="47"/>
        <pc:sldMkLst>
          <pc:docMk/>
          <pc:sldMk cId="0" sldId="556"/>
        </pc:sldMkLst>
      </pc:sldChg>
      <pc:sldChg chg="del">
        <pc:chgData name="Maged Elhamady" userId="3c668177-9cc3-4dff-81f9-13505a85a121" providerId="ADAL" clId="{75A4AED5-7F7E-43E6-A565-30D2D57DBEE9}" dt="2024-04-03T20:43:33.257" v="1749" actId="47"/>
        <pc:sldMkLst>
          <pc:docMk/>
          <pc:sldMk cId="0" sldId="557"/>
        </pc:sldMkLst>
      </pc:sldChg>
      <pc:sldChg chg="del">
        <pc:chgData name="Maged Elhamady" userId="3c668177-9cc3-4dff-81f9-13505a85a121" providerId="ADAL" clId="{75A4AED5-7F7E-43E6-A565-30D2D57DBEE9}" dt="2024-04-03T20:43:33.257" v="1749" actId="47"/>
        <pc:sldMkLst>
          <pc:docMk/>
          <pc:sldMk cId="0" sldId="558"/>
        </pc:sldMkLst>
      </pc:sldChg>
      <pc:sldChg chg="del">
        <pc:chgData name="Maged Elhamady" userId="3c668177-9cc3-4dff-81f9-13505a85a121" providerId="ADAL" clId="{75A4AED5-7F7E-43E6-A565-30D2D57DBEE9}" dt="2024-04-03T20:43:33.257" v="1749" actId="47"/>
        <pc:sldMkLst>
          <pc:docMk/>
          <pc:sldMk cId="0" sldId="559"/>
        </pc:sldMkLst>
      </pc:sldChg>
      <pc:sldChg chg="del">
        <pc:chgData name="Maged Elhamady" userId="3c668177-9cc3-4dff-81f9-13505a85a121" providerId="ADAL" clId="{75A4AED5-7F7E-43E6-A565-30D2D57DBEE9}" dt="2024-04-03T20:43:33.257" v="1749" actId="47"/>
        <pc:sldMkLst>
          <pc:docMk/>
          <pc:sldMk cId="0" sldId="560"/>
        </pc:sldMkLst>
      </pc:sldChg>
      <pc:sldChg chg="del">
        <pc:chgData name="Maged Elhamady" userId="3c668177-9cc3-4dff-81f9-13505a85a121" providerId="ADAL" clId="{75A4AED5-7F7E-43E6-A565-30D2D57DBEE9}" dt="2024-04-03T20:43:33.257" v="1749" actId="47"/>
        <pc:sldMkLst>
          <pc:docMk/>
          <pc:sldMk cId="0" sldId="561"/>
        </pc:sldMkLst>
      </pc:sldChg>
      <pc:sldChg chg="del">
        <pc:chgData name="Maged Elhamady" userId="3c668177-9cc3-4dff-81f9-13505a85a121" providerId="ADAL" clId="{75A4AED5-7F7E-43E6-A565-30D2D57DBEE9}" dt="2024-04-03T20:43:33.257" v="1749" actId="47"/>
        <pc:sldMkLst>
          <pc:docMk/>
          <pc:sldMk cId="0" sldId="562"/>
        </pc:sldMkLst>
      </pc:sldChg>
      <pc:sldChg chg="del">
        <pc:chgData name="Maged Elhamady" userId="3c668177-9cc3-4dff-81f9-13505a85a121" providerId="ADAL" clId="{75A4AED5-7F7E-43E6-A565-30D2D57DBEE9}" dt="2024-04-03T20:43:33.257" v="1749" actId="47"/>
        <pc:sldMkLst>
          <pc:docMk/>
          <pc:sldMk cId="0" sldId="563"/>
        </pc:sldMkLst>
      </pc:sldChg>
      <pc:sldChg chg="del">
        <pc:chgData name="Maged Elhamady" userId="3c668177-9cc3-4dff-81f9-13505a85a121" providerId="ADAL" clId="{75A4AED5-7F7E-43E6-A565-30D2D57DBEE9}" dt="2024-04-03T20:43:33.257" v="1749" actId="47"/>
        <pc:sldMkLst>
          <pc:docMk/>
          <pc:sldMk cId="0" sldId="564"/>
        </pc:sldMkLst>
      </pc:sldChg>
      <pc:sldChg chg="del">
        <pc:chgData name="Maged Elhamady" userId="3c668177-9cc3-4dff-81f9-13505a85a121" providerId="ADAL" clId="{75A4AED5-7F7E-43E6-A565-30D2D57DBEE9}" dt="2024-04-03T20:43:33.257" v="1749" actId="47"/>
        <pc:sldMkLst>
          <pc:docMk/>
          <pc:sldMk cId="0" sldId="565"/>
        </pc:sldMkLst>
      </pc:sldChg>
      <pc:sldChg chg="del">
        <pc:chgData name="Maged Elhamady" userId="3c668177-9cc3-4dff-81f9-13505a85a121" providerId="ADAL" clId="{75A4AED5-7F7E-43E6-A565-30D2D57DBEE9}" dt="2024-04-03T20:43:33.257" v="1749" actId="47"/>
        <pc:sldMkLst>
          <pc:docMk/>
          <pc:sldMk cId="0" sldId="566"/>
        </pc:sldMkLst>
      </pc:sldChg>
      <pc:sldChg chg="del">
        <pc:chgData name="Maged Elhamady" userId="3c668177-9cc3-4dff-81f9-13505a85a121" providerId="ADAL" clId="{75A4AED5-7F7E-43E6-A565-30D2D57DBEE9}" dt="2024-04-03T20:43:33.257" v="1749" actId="47"/>
        <pc:sldMkLst>
          <pc:docMk/>
          <pc:sldMk cId="0" sldId="567"/>
        </pc:sldMkLst>
      </pc:sldChg>
      <pc:sldChg chg="del">
        <pc:chgData name="Maged Elhamady" userId="3c668177-9cc3-4dff-81f9-13505a85a121" providerId="ADAL" clId="{75A4AED5-7F7E-43E6-A565-30D2D57DBEE9}" dt="2024-04-03T20:43:33.257" v="1749" actId="47"/>
        <pc:sldMkLst>
          <pc:docMk/>
          <pc:sldMk cId="0" sldId="568"/>
        </pc:sldMkLst>
      </pc:sldChg>
      <pc:sldChg chg="del">
        <pc:chgData name="Maged Elhamady" userId="3c668177-9cc3-4dff-81f9-13505a85a121" providerId="ADAL" clId="{75A4AED5-7F7E-43E6-A565-30D2D57DBEE9}" dt="2024-04-03T20:43:33.257" v="1749" actId="47"/>
        <pc:sldMkLst>
          <pc:docMk/>
          <pc:sldMk cId="0" sldId="569"/>
        </pc:sldMkLst>
      </pc:sldChg>
      <pc:sldChg chg="del">
        <pc:chgData name="Maged Elhamady" userId="3c668177-9cc3-4dff-81f9-13505a85a121" providerId="ADAL" clId="{75A4AED5-7F7E-43E6-A565-30D2D57DBEE9}" dt="2024-04-03T20:43:33.257" v="1749" actId="47"/>
        <pc:sldMkLst>
          <pc:docMk/>
          <pc:sldMk cId="0" sldId="570"/>
        </pc:sldMkLst>
      </pc:sldChg>
      <pc:sldChg chg="addSp delSp modSp add del mod setBg">
        <pc:chgData name="Maged Elhamady" userId="3c668177-9cc3-4dff-81f9-13505a85a121" providerId="ADAL" clId="{75A4AED5-7F7E-43E6-A565-30D2D57DBEE9}" dt="2024-04-01T08:34:04.104" v="1219" actId="47"/>
        <pc:sldMkLst>
          <pc:docMk/>
          <pc:sldMk cId="1995908381" sldId="571"/>
        </pc:sldMkLst>
        <pc:spChg chg="del">
          <ac:chgData name="Maged Elhamady" userId="3c668177-9cc3-4dff-81f9-13505a85a121" providerId="ADAL" clId="{75A4AED5-7F7E-43E6-A565-30D2D57DBEE9}" dt="2024-03-30T14:39:28.068" v="242" actId="478"/>
          <ac:spMkLst>
            <pc:docMk/>
            <pc:sldMk cId="1995908381" sldId="571"/>
            <ac:spMk id="2" creationId="{00000000-0000-0000-0000-000000000000}"/>
          </ac:spMkLst>
        </pc:spChg>
        <pc:spChg chg="del">
          <ac:chgData name="Maged Elhamady" userId="3c668177-9cc3-4dff-81f9-13505a85a121" providerId="ADAL" clId="{75A4AED5-7F7E-43E6-A565-30D2D57DBEE9}" dt="2024-03-30T14:39:28.068" v="242" actId="478"/>
          <ac:spMkLst>
            <pc:docMk/>
            <pc:sldMk cId="1995908381" sldId="571"/>
            <ac:spMk id="3" creationId="{00000000-0000-0000-0000-000000000000}"/>
          </ac:spMkLst>
        </pc:spChg>
        <pc:spChg chg="del">
          <ac:chgData name="Maged Elhamady" userId="3c668177-9cc3-4dff-81f9-13505a85a121" providerId="ADAL" clId="{75A4AED5-7F7E-43E6-A565-30D2D57DBEE9}" dt="2024-03-30T14:39:25.778" v="241" actId="478"/>
          <ac:spMkLst>
            <pc:docMk/>
            <pc:sldMk cId="1995908381" sldId="571"/>
            <ac:spMk id="4" creationId="{00000000-0000-0000-0000-000000000000}"/>
          </ac:spMkLst>
        </pc:spChg>
        <pc:spChg chg="del">
          <ac:chgData name="Maged Elhamady" userId="3c668177-9cc3-4dff-81f9-13505a85a121" providerId="ADAL" clId="{75A4AED5-7F7E-43E6-A565-30D2D57DBEE9}" dt="2024-03-30T14:39:25.778" v="241" actId="478"/>
          <ac:spMkLst>
            <pc:docMk/>
            <pc:sldMk cId="1995908381" sldId="571"/>
            <ac:spMk id="5" creationId="{00000000-0000-0000-0000-000000000000}"/>
          </ac:spMkLst>
        </pc:spChg>
        <pc:spChg chg="del">
          <ac:chgData name="Maged Elhamady" userId="3c668177-9cc3-4dff-81f9-13505a85a121" providerId="ADAL" clId="{75A4AED5-7F7E-43E6-A565-30D2D57DBEE9}" dt="2024-03-30T14:39:25.778" v="241" actId="478"/>
          <ac:spMkLst>
            <pc:docMk/>
            <pc:sldMk cId="1995908381" sldId="571"/>
            <ac:spMk id="6" creationId="{00000000-0000-0000-0000-000000000000}"/>
          </ac:spMkLst>
        </pc:spChg>
        <pc:spChg chg="del">
          <ac:chgData name="Maged Elhamady" userId="3c668177-9cc3-4dff-81f9-13505a85a121" providerId="ADAL" clId="{75A4AED5-7F7E-43E6-A565-30D2D57DBEE9}" dt="2024-03-30T14:39:25.778" v="241" actId="478"/>
          <ac:spMkLst>
            <pc:docMk/>
            <pc:sldMk cId="1995908381" sldId="571"/>
            <ac:spMk id="7" creationId="{00000000-0000-0000-0000-000000000000}"/>
          </ac:spMkLst>
        </pc:spChg>
        <pc:spChg chg="mod">
          <ac:chgData name="Maged Elhamady" userId="3c668177-9cc3-4dff-81f9-13505a85a121" providerId="ADAL" clId="{75A4AED5-7F7E-43E6-A565-30D2D57DBEE9}" dt="2024-03-30T14:51:48.805" v="451" actId="1076"/>
          <ac:spMkLst>
            <pc:docMk/>
            <pc:sldMk cId="1995908381" sldId="571"/>
            <ac:spMk id="8" creationId="{00000000-0000-0000-0000-000000000000}"/>
          </ac:spMkLst>
        </pc:spChg>
        <pc:spChg chg="mod">
          <ac:chgData name="Maged Elhamady" userId="3c668177-9cc3-4dff-81f9-13505a85a121" providerId="ADAL" clId="{75A4AED5-7F7E-43E6-A565-30D2D57DBEE9}" dt="2024-03-30T14:51:48.805" v="451" actId="1076"/>
          <ac:spMkLst>
            <pc:docMk/>
            <pc:sldMk cId="1995908381" sldId="571"/>
            <ac:spMk id="9" creationId="{00000000-0000-0000-0000-000000000000}"/>
          </ac:spMkLst>
        </pc:spChg>
        <pc:spChg chg="mod">
          <ac:chgData name="Maged Elhamady" userId="3c668177-9cc3-4dff-81f9-13505a85a121" providerId="ADAL" clId="{75A4AED5-7F7E-43E6-A565-30D2D57DBEE9}" dt="2024-03-30T14:51:48.805" v="451" actId="1076"/>
          <ac:spMkLst>
            <pc:docMk/>
            <pc:sldMk cId="1995908381" sldId="571"/>
            <ac:spMk id="10" creationId="{00000000-0000-0000-0000-000000000000}"/>
          </ac:spMkLst>
        </pc:spChg>
        <pc:spChg chg="mod">
          <ac:chgData name="Maged Elhamady" userId="3c668177-9cc3-4dff-81f9-13505a85a121" providerId="ADAL" clId="{75A4AED5-7F7E-43E6-A565-30D2D57DBEE9}" dt="2024-03-30T14:52:21.946" v="453" actId="2711"/>
          <ac:spMkLst>
            <pc:docMk/>
            <pc:sldMk cId="1995908381" sldId="571"/>
            <ac:spMk id="11" creationId="{00000000-0000-0000-0000-000000000000}"/>
          </ac:spMkLst>
        </pc:spChg>
        <pc:spChg chg="mod">
          <ac:chgData name="Maged Elhamady" userId="3c668177-9cc3-4dff-81f9-13505a85a121" providerId="ADAL" clId="{75A4AED5-7F7E-43E6-A565-30D2D57DBEE9}" dt="2024-03-30T14:51:48.805" v="451" actId="1076"/>
          <ac:spMkLst>
            <pc:docMk/>
            <pc:sldMk cId="1995908381" sldId="571"/>
            <ac:spMk id="12" creationId="{00000000-0000-0000-0000-000000000000}"/>
          </ac:spMkLst>
        </pc:spChg>
        <pc:spChg chg="mod">
          <ac:chgData name="Maged Elhamady" userId="3c668177-9cc3-4dff-81f9-13505a85a121" providerId="ADAL" clId="{75A4AED5-7F7E-43E6-A565-30D2D57DBEE9}" dt="2024-03-30T14:52:30.176" v="455" actId="207"/>
          <ac:spMkLst>
            <pc:docMk/>
            <pc:sldMk cId="1995908381" sldId="571"/>
            <ac:spMk id="13" creationId="{00000000-0000-0000-0000-000000000000}"/>
          </ac:spMkLst>
        </pc:spChg>
        <pc:spChg chg="mod">
          <ac:chgData name="Maged Elhamady" userId="3c668177-9cc3-4dff-81f9-13505a85a121" providerId="ADAL" clId="{75A4AED5-7F7E-43E6-A565-30D2D57DBEE9}" dt="2024-03-30T14:35:43.166" v="177"/>
          <ac:spMkLst>
            <pc:docMk/>
            <pc:sldMk cId="1995908381" sldId="571"/>
            <ac:spMk id="14" creationId="{00000000-0000-0000-0000-000000000000}"/>
          </ac:spMkLst>
        </pc:spChg>
        <pc:spChg chg="add mod">
          <ac:chgData name="Maged Elhamady" userId="3c668177-9cc3-4dff-81f9-13505a85a121" providerId="ADAL" clId="{75A4AED5-7F7E-43E6-A565-30D2D57DBEE9}" dt="2024-03-30T14:51:05.281" v="447" actId="20577"/>
          <ac:spMkLst>
            <pc:docMk/>
            <pc:sldMk cId="1995908381" sldId="571"/>
            <ac:spMk id="15" creationId="{EE8B9A13-1943-DFB9-50FC-45B401D542D4}"/>
          </ac:spMkLst>
        </pc:spChg>
      </pc:sldChg>
      <pc:sldChg chg="addSp delSp modSp add del mod setBg">
        <pc:chgData name="Maged Elhamady" userId="3c668177-9cc3-4dff-81f9-13505a85a121" providerId="ADAL" clId="{75A4AED5-7F7E-43E6-A565-30D2D57DBEE9}" dt="2024-04-03T20:43:33.257" v="1749" actId="47"/>
        <pc:sldMkLst>
          <pc:docMk/>
          <pc:sldMk cId="1795216211" sldId="572"/>
        </pc:sldMkLst>
        <pc:spChg chg="add del">
          <ac:chgData name="Maged Elhamady" userId="3c668177-9cc3-4dff-81f9-13505a85a121" providerId="ADAL" clId="{75A4AED5-7F7E-43E6-A565-30D2D57DBEE9}" dt="2024-04-01T07:53:51.103" v="878" actId="26606"/>
          <ac:spMkLst>
            <pc:docMk/>
            <pc:sldMk cId="1795216211" sldId="572"/>
            <ac:spMk id="5" creationId="{42A4FC2C-047E-45A5-965D-8E1E3BF09BC6}"/>
          </ac:spMkLst>
        </pc:spChg>
        <pc:spChg chg="add del">
          <ac:chgData name="Maged Elhamady" userId="3c668177-9cc3-4dff-81f9-13505a85a121" providerId="ADAL" clId="{75A4AED5-7F7E-43E6-A565-30D2D57DBEE9}" dt="2024-04-01T07:52:29.841" v="868" actId="26606"/>
          <ac:spMkLst>
            <pc:docMk/>
            <pc:sldMk cId="1795216211" sldId="572"/>
            <ac:spMk id="8" creationId="{22F15A2D-2324-487D-A02A-BF46C5C580EB}"/>
          </ac:spMkLst>
        </pc:spChg>
        <pc:spChg chg="add del">
          <ac:chgData name="Maged Elhamady" userId="3c668177-9cc3-4dff-81f9-13505a85a121" providerId="ADAL" clId="{75A4AED5-7F7E-43E6-A565-30D2D57DBEE9}" dt="2024-04-01T07:52:29.841" v="868" actId="26606"/>
          <ac:spMkLst>
            <pc:docMk/>
            <pc:sldMk cId="1795216211" sldId="572"/>
            <ac:spMk id="10" creationId="{17A7F34E-D418-47E2-9F86-2C45BBC31210}"/>
          </ac:spMkLst>
        </pc:spChg>
        <pc:spChg chg="add">
          <ac:chgData name="Maged Elhamady" userId="3c668177-9cc3-4dff-81f9-13505a85a121" providerId="ADAL" clId="{75A4AED5-7F7E-43E6-A565-30D2D57DBEE9}" dt="2024-04-01T07:53:51.103" v="878" actId="26606"/>
          <ac:spMkLst>
            <pc:docMk/>
            <pc:sldMk cId="1795216211" sldId="572"/>
            <ac:spMk id="11" creationId="{42A4FC2C-047E-45A5-965D-8E1E3BF09BC6}"/>
          </ac:spMkLst>
        </pc:spChg>
        <pc:spChg chg="add del">
          <ac:chgData name="Maged Elhamady" userId="3c668177-9cc3-4dff-81f9-13505a85a121" providerId="ADAL" clId="{75A4AED5-7F7E-43E6-A565-30D2D57DBEE9}" dt="2024-04-01T07:52:29.841" v="868" actId="26606"/>
          <ac:spMkLst>
            <pc:docMk/>
            <pc:sldMk cId="1795216211" sldId="572"/>
            <ac:spMk id="12" creationId="{2AEAFA59-923A-4F54-8B49-44C970BCC323}"/>
          </ac:spMkLst>
        </pc:spChg>
        <pc:spChg chg="add del mod">
          <ac:chgData name="Maged Elhamady" userId="3c668177-9cc3-4dff-81f9-13505a85a121" providerId="ADAL" clId="{75A4AED5-7F7E-43E6-A565-30D2D57DBEE9}" dt="2024-04-01T07:56:24.177" v="920" actId="478"/>
          <ac:spMkLst>
            <pc:docMk/>
            <pc:sldMk cId="1795216211" sldId="572"/>
            <ac:spMk id="13" creationId="{55644C79-7DFE-851B-E3A1-199CE193069B}"/>
          </ac:spMkLst>
        </pc:spChg>
        <pc:spChg chg="add del">
          <ac:chgData name="Maged Elhamady" userId="3c668177-9cc3-4dff-81f9-13505a85a121" providerId="ADAL" clId="{75A4AED5-7F7E-43E6-A565-30D2D57DBEE9}" dt="2024-04-01T07:52:47.928" v="870" actId="26606"/>
          <ac:spMkLst>
            <pc:docMk/>
            <pc:sldMk cId="1795216211" sldId="572"/>
            <ac:spMk id="14" creationId="{42A4FC2C-047E-45A5-965D-8E1E3BF09BC6}"/>
          </ac:spMkLst>
        </pc:spChg>
        <pc:spChg chg="add mod">
          <ac:chgData name="Maged Elhamady" userId="3c668177-9cc3-4dff-81f9-13505a85a121" providerId="ADAL" clId="{75A4AED5-7F7E-43E6-A565-30D2D57DBEE9}" dt="2024-04-01T08:21:50.330" v="1117"/>
          <ac:spMkLst>
            <pc:docMk/>
            <pc:sldMk cId="1795216211" sldId="572"/>
            <ac:spMk id="15" creationId="{BEC17A62-3CF8-2763-FDCC-822231096A15}"/>
          </ac:spMkLst>
        </pc:spChg>
        <pc:spChg chg="add mod">
          <ac:chgData name="Maged Elhamady" userId="3c668177-9cc3-4dff-81f9-13505a85a121" providerId="ADAL" clId="{75A4AED5-7F7E-43E6-A565-30D2D57DBEE9}" dt="2024-04-01T08:22:30.850" v="1157" actId="20577"/>
          <ac:spMkLst>
            <pc:docMk/>
            <pc:sldMk cId="1795216211" sldId="572"/>
            <ac:spMk id="19" creationId="{964C183D-F667-37E8-8F38-6611A13145AE}"/>
          </ac:spMkLst>
        </pc:spChg>
        <pc:grpChg chg="add del">
          <ac:chgData name="Maged Elhamady" userId="3c668177-9cc3-4dff-81f9-13505a85a121" providerId="ADAL" clId="{75A4AED5-7F7E-43E6-A565-30D2D57DBEE9}" dt="2024-04-01T07:52:48.726" v="872" actId="26606"/>
          <ac:grpSpMkLst>
            <pc:docMk/>
            <pc:sldMk cId="1795216211" sldId="572"/>
            <ac:grpSpMk id="16" creationId="{26176824-7946-6969-3841-DD5C101DF42D}"/>
          </ac:grpSpMkLst>
        </pc:grpChg>
        <pc:picChg chg="add del mod">
          <ac:chgData name="Maged Elhamady" userId="3c668177-9cc3-4dff-81f9-13505a85a121" providerId="ADAL" clId="{75A4AED5-7F7E-43E6-A565-30D2D57DBEE9}" dt="2024-04-01T07:53:49.366" v="876" actId="478"/>
          <ac:picMkLst>
            <pc:docMk/>
            <pc:sldMk cId="1795216211" sldId="572"/>
            <ac:picMk id="3" creationId="{DF00C44B-AB1A-B1F5-DFE5-0071C904BD5B}"/>
          </ac:picMkLst>
        </pc:picChg>
        <pc:picChg chg="add mod">
          <ac:chgData name="Maged Elhamady" userId="3c668177-9cc3-4dff-81f9-13505a85a121" providerId="ADAL" clId="{75A4AED5-7F7E-43E6-A565-30D2D57DBEE9}" dt="2024-04-01T08:22:38.171" v="1158" actId="1076"/>
          <ac:picMkLst>
            <pc:docMk/>
            <pc:sldMk cId="1795216211" sldId="572"/>
            <ac:picMk id="6" creationId="{3BA8D388-1AF5-0277-BB04-F03A312AF8F7}"/>
          </ac:picMkLst>
        </pc:picChg>
        <pc:picChg chg="del">
          <ac:chgData name="Maged Elhamady" userId="3c668177-9cc3-4dff-81f9-13505a85a121" providerId="ADAL" clId="{75A4AED5-7F7E-43E6-A565-30D2D57DBEE9}" dt="2024-04-01T07:48:35.507" v="863" actId="478"/>
          <ac:picMkLst>
            <pc:docMk/>
            <pc:sldMk cId="1795216211" sldId="572"/>
            <ac:picMk id="7" creationId="{D319BA26-0EFE-3BD9-5548-0F31724F1647}"/>
          </ac:picMkLst>
        </pc:picChg>
      </pc:sldChg>
      <pc:sldChg chg="addSp delSp modSp add del mod setBg">
        <pc:chgData name="Maged Elhamady" userId="3c668177-9cc3-4dff-81f9-13505a85a121" providerId="ADAL" clId="{75A4AED5-7F7E-43E6-A565-30D2D57DBEE9}" dt="2024-04-03T20:43:33.257" v="1749" actId="47"/>
        <pc:sldMkLst>
          <pc:docMk/>
          <pc:sldMk cId="3503752628" sldId="573"/>
        </pc:sldMkLst>
        <pc:spChg chg="mod">
          <ac:chgData name="Maged Elhamady" userId="3c668177-9cc3-4dff-81f9-13505a85a121" providerId="ADAL" clId="{75A4AED5-7F7E-43E6-A565-30D2D57DBEE9}" dt="2024-04-01T08:06:54.753" v="937"/>
          <ac:spMkLst>
            <pc:docMk/>
            <pc:sldMk cId="3503752628" sldId="573"/>
            <ac:spMk id="4" creationId="{00000000-0000-0000-0000-000000000000}"/>
          </ac:spMkLst>
        </pc:spChg>
        <pc:spChg chg="del">
          <ac:chgData name="Maged Elhamady" userId="3c668177-9cc3-4dff-81f9-13505a85a121" providerId="ADAL" clId="{75A4AED5-7F7E-43E6-A565-30D2D57DBEE9}" dt="2024-04-01T08:19:31.554" v="1048" actId="478"/>
          <ac:spMkLst>
            <pc:docMk/>
            <pc:sldMk cId="3503752628" sldId="573"/>
            <ac:spMk id="5" creationId="{00000000-0000-0000-0000-000000000000}"/>
          </ac:spMkLst>
        </pc:spChg>
        <pc:spChg chg="add del">
          <ac:chgData name="Maged Elhamady" userId="3c668177-9cc3-4dff-81f9-13505a85a121" providerId="ADAL" clId="{75A4AED5-7F7E-43E6-A565-30D2D57DBEE9}" dt="2024-04-01T08:06:35.729" v="932" actId="22"/>
          <ac:spMkLst>
            <pc:docMk/>
            <pc:sldMk cId="3503752628" sldId="573"/>
            <ac:spMk id="6" creationId="{496EA8C6-BB93-35EE-B890-1EE4D109277E}"/>
          </ac:spMkLst>
        </pc:spChg>
        <pc:picChg chg="add mod">
          <ac:chgData name="Maged Elhamady" userId="3c668177-9cc3-4dff-81f9-13505a85a121" providerId="ADAL" clId="{75A4AED5-7F7E-43E6-A565-30D2D57DBEE9}" dt="2024-04-01T08:05:22.863" v="928"/>
          <ac:picMkLst>
            <pc:docMk/>
            <pc:sldMk cId="3503752628" sldId="573"/>
            <ac:picMk id="2" creationId="{0029D53B-2E77-1DBE-C964-2B0B4DA1C96F}"/>
          </ac:picMkLst>
        </pc:picChg>
        <pc:picChg chg="del">
          <ac:chgData name="Maged Elhamady" userId="3c668177-9cc3-4dff-81f9-13505a85a121" providerId="ADAL" clId="{75A4AED5-7F7E-43E6-A565-30D2D57DBEE9}" dt="2024-04-01T08:19:29.964" v="1047" actId="478"/>
          <ac:picMkLst>
            <pc:docMk/>
            <pc:sldMk cId="3503752628" sldId="573"/>
            <ac:picMk id="3" creationId="{00000000-0000-0000-0000-000000000000}"/>
          </ac:picMkLst>
        </pc:picChg>
        <pc:picChg chg="add mod">
          <ac:chgData name="Maged Elhamady" userId="3c668177-9cc3-4dff-81f9-13505a85a121" providerId="ADAL" clId="{75A4AED5-7F7E-43E6-A565-30D2D57DBEE9}" dt="2024-04-01T08:05:29.107" v="930"/>
          <ac:picMkLst>
            <pc:docMk/>
            <pc:sldMk cId="3503752628" sldId="573"/>
            <ac:picMk id="7" creationId="{AC1314E2-0778-27A9-132D-BFB5CC255756}"/>
          </ac:picMkLst>
        </pc:picChg>
        <pc:picChg chg="add mod ord">
          <ac:chgData name="Maged Elhamady" userId="3c668177-9cc3-4dff-81f9-13505a85a121" providerId="ADAL" clId="{75A4AED5-7F7E-43E6-A565-30D2D57DBEE9}" dt="2024-04-01T08:06:35.729" v="932" actId="22"/>
          <ac:picMkLst>
            <pc:docMk/>
            <pc:sldMk cId="3503752628" sldId="573"/>
            <ac:picMk id="9" creationId="{4F1A6463-7CE5-1EB5-3439-E042513A10C7}"/>
          </ac:picMkLst>
        </pc:picChg>
      </pc:sldChg>
      <pc:sldChg chg="addSp delSp modSp add del mod">
        <pc:chgData name="Maged Elhamady" userId="3c668177-9cc3-4dff-81f9-13505a85a121" providerId="ADAL" clId="{75A4AED5-7F7E-43E6-A565-30D2D57DBEE9}" dt="2024-04-03T20:43:33.257" v="1749" actId="47"/>
        <pc:sldMkLst>
          <pc:docMk/>
          <pc:sldMk cId="1680352988" sldId="574"/>
        </pc:sldMkLst>
        <pc:spChg chg="add mod">
          <ac:chgData name="Maged Elhamady" userId="3c668177-9cc3-4dff-81f9-13505a85a121" providerId="ADAL" clId="{75A4AED5-7F7E-43E6-A565-30D2D57DBEE9}" dt="2024-04-01T08:22:49.937" v="1171" actId="20577"/>
          <ac:spMkLst>
            <pc:docMk/>
            <pc:sldMk cId="1680352988" sldId="574"/>
            <ac:spMk id="5" creationId="{89558529-EC32-112C-E346-7E3B3BAE317C}"/>
          </ac:spMkLst>
        </pc:spChg>
        <pc:spChg chg="del">
          <ac:chgData name="Maged Elhamady" userId="3c668177-9cc3-4dff-81f9-13505a85a121" providerId="ADAL" clId="{75A4AED5-7F7E-43E6-A565-30D2D57DBEE9}" dt="2024-04-01T08:13:51.095" v="943" actId="26606"/>
          <ac:spMkLst>
            <pc:docMk/>
            <pc:sldMk cId="1680352988" sldId="574"/>
            <ac:spMk id="11" creationId="{42A4FC2C-047E-45A5-965D-8E1E3BF09BC6}"/>
          </ac:spMkLst>
        </pc:spChg>
        <pc:spChg chg="add">
          <ac:chgData name="Maged Elhamady" userId="3c668177-9cc3-4dff-81f9-13505a85a121" providerId="ADAL" clId="{75A4AED5-7F7E-43E6-A565-30D2D57DBEE9}" dt="2024-04-01T08:13:51.095" v="943" actId="26606"/>
          <ac:spMkLst>
            <pc:docMk/>
            <pc:sldMk cId="1680352988" sldId="574"/>
            <ac:spMk id="16" creationId="{42A4FC2C-047E-45A5-965D-8E1E3BF09BC6}"/>
          </ac:spMkLst>
        </pc:spChg>
        <pc:graphicFrameChg chg="add mod">
          <ac:chgData name="Maged Elhamady" userId="3c668177-9cc3-4dff-81f9-13505a85a121" providerId="ADAL" clId="{75A4AED5-7F7E-43E6-A565-30D2D57DBEE9}" dt="2024-04-01T08:14:39.734" v="944"/>
          <ac:graphicFrameMkLst>
            <pc:docMk/>
            <pc:sldMk cId="1680352988" sldId="574"/>
            <ac:graphicFrameMk id="4" creationId="{27159CE0-A3C4-15D0-FA8A-BE5E824BDAB8}"/>
          </ac:graphicFrameMkLst>
        </pc:graphicFrameChg>
        <pc:picChg chg="add mod">
          <ac:chgData name="Maged Elhamady" userId="3c668177-9cc3-4dff-81f9-13505a85a121" providerId="ADAL" clId="{75A4AED5-7F7E-43E6-A565-30D2D57DBEE9}" dt="2024-04-01T08:13:51.095" v="943" actId="26606"/>
          <ac:picMkLst>
            <pc:docMk/>
            <pc:sldMk cId="1680352988" sldId="574"/>
            <ac:picMk id="3" creationId="{BE81D9B5-4B3F-D760-CCE8-7A8694B80545}"/>
          </ac:picMkLst>
        </pc:picChg>
        <pc:picChg chg="del">
          <ac:chgData name="Maged Elhamady" userId="3c668177-9cc3-4dff-81f9-13505a85a121" providerId="ADAL" clId="{75A4AED5-7F7E-43E6-A565-30D2D57DBEE9}" dt="2024-04-01T08:13:46.512" v="941" actId="478"/>
          <ac:picMkLst>
            <pc:docMk/>
            <pc:sldMk cId="1680352988" sldId="574"/>
            <ac:picMk id="6" creationId="{3BA8D388-1AF5-0277-BB04-F03A312AF8F7}"/>
          </ac:picMkLst>
        </pc:picChg>
      </pc:sldChg>
      <pc:sldChg chg="addSp delSp modSp add del mod setBg delDesignElem">
        <pc:chgData name="Maged Elhamady" userId="3c668177-9cc3-4dff-81f9-13505a85a121" providerId="ADAL" clId="{75A4AED5-7F7E-43E6-A565-30D2D57DBEE9}" dt="2024-04-03T20:43:33.257" v="1749" actId="47"/>
        <pc:sldMkLst>
          <pc:docMk/>
          <pc:sldMk cId="1276069263" sldId="575"/>
        </pc:sldMkLst>
        <pc:spChg chg="add del">
          <ac:chgData name="Maged Elhamady" userId="3c668177-9cc3-4dff-81f9-13505a85a121" providerId="ADAL" clId="{75A4AED5-7F7E-43E6-A565-30D2D57DBEE9}" dt="2024-04-01T08:15:41.159" v="967" actId="26606"/>
          <ac:spMkLst>
            <pc:docMk/>
            <pc:sldMk cId="1276069263" sldId="575"/>
            <ac:spMk id="6" creationId="{42A4FC2C-047E-45A5-965D-8E1E3BF09BC6}"/>
          </ac:spMkLst>
        </pc:spChg>
        <pc:spChg chg="add del">
          <ac:chgData name="Maged Elhamady" userId="3c668177-9cc3-4dff-81f9-13505a85a121" providerId="ADAL" clId="{75A4AED5-7F7E-43E6-A565-30D2D57DBEE9}" dt="2024-04-01T08:15:55.504" v="979" actId="26606"/>
          <ac:spMkLst>
            <pc:docMk/>
            <pc:sldMk cId="1276069263" sldId="575"/>
            <ac:spMk id="7" creationId="{32BC26D8-82FB-445E-AA49-62A77D7C1EE0}"/>
          </ac:spMkLst>
        </pc:spChg>
        <pc:spChg chg="add del">
          <ac:chgData name="Maged Elhamady" userId="3c668177-9cc3-4dff-81f9-13505a85a121" providerId="ADAL" clId="{75A4AED5-7F7E-43E6-A565-30D2D57DBEE9}" dt="2024-04-01T08:15:55.504" v="979" actId="26606"/>
          <ac:spMkLst>
            <pc:docMk/>
            <pc:sldMk cId="1276069263" sldId="575"/>
            <ac:spMk id="8" creationId="{CB44330D-EA18-4254-AA95-EB49948539B8}"/>
          </ac:spMkLst>
        </pc:spChg>
        <pc:spChg chg="add del">
          <ac:chgData name="Maged Elhamady" userId="3c668177-9cc3-4dff-81f9-13505a85a121" providerId="ADAL" clId="{75A4AED5-7F7E-43E6-A565-30D2D57DBEE9}" dt="2024-04-01T08:15:38.009" v="963" actId="26606"/>
          <ac:spMkLst>
            <pc:docMk/>
            <pc:sldMk cId="1276069263" sldId="575"/>
            <ac:spMk id="9" creationId="{F3060C83-F051-4F0E-ABAD-AA0DFC48B218}"/>
          </ac:spMkLst>
        </pc:spChg>
        <pc:spChg chg="add del">
          <ac:chgData name="Maged Elhamady" userId="3c668177-9cc3-4dff-81f9-13505a85a121" providerId="ADAL" clId="{75A4AED5-7F7E-43E6-A565-30D2D57DBEE9}" dt="2024-04-01T08:15:52.003" v="972" actId="26606"/>
          <ac:spMkLst>
            <pc:docMk/>
            <pc:sldMk cId="1276069263" sldId="575"/>
            <ac:spMk id="10" creationId="{69D184B2-2226-4E31-BCCB-444330767440}"/>
          </ac:spMkLst>
        </pc:spChg>
        <pc:spChg chg="add del">
          <ac:chgData name="Maged Elhamady" userId="3c668177-9cc3-4dff-81f9-13505a85a121" providerId="ADAL" clId="{75A4AED5-7F7E-43E6-A565-30D2D57DBEE9}" dt="2024-04-01T08:15:38.009" v="963" actId="26606"/>
          <ac:spMkLst>
            <pc:docMk/>
            <pc:sldMk cId="1276069263" sldId="575"/>
            <ac:spMk id="11" creationId="{83C98ABE-055B-441F-B07E-44F97F083C39}"/>
          </ac:spMkLst>
        </pc:spChg>
        <pc:spChg chg="add del">
          <ac:chgData name="Maged Elhamady" userId="3c668177-9cc3-4dff-81f9-13505a85a121" providerId="ADAL" clId="{75A4AED5-7F7E-43E6-A565-30D2D57DBEE9}" dt="2024-04-01T08:15:52.003" v="972" actId="26606"/>
          <ac:spMkLst>
            <pc:docMk/>
            <pc:sldMk cId="1276069263" sldId="575"/>
            <ac:spMk id="12" creationId="{1AC4D4E3-486A-464A-8EC8-D44881097267}"/>
          </ac:spMkLst>
        </pc:spChg>
        <pc:spChg chg="add del">
          <ac:chgData name="Maged Elhamady" userId="3c668177-9cc3-4dff-81f9-13505a85a121" providerId="ADAL" clId="{75A4AED5-7F7E-43E6-A565-30D2D57DBEE9}" dt="2024-04-01T08:15:38.009" v="963" actId="26606"/>
          <ac:spMkLst>
            <pc:docMk/>
            <pc:sldMk cId="1276069263" sldId="575"/>
            <ac:spMk id="13" creationId="{29FDB030-9B49-4CED-8CCD-4D99382388AC}"/>
          </ac:spMkLst>
        </pc:spChg>
        <pc:spChg chg="add del">
          <ac:chgData name="Maged Elhamady" userId="3c668177-9cc3-4dff-81f9-13505a85a121" providerId="ADAL" clId="{75A4AED5-7F7E-43E6-A565-30D2D57DBEE9}" dt="2024-04-01T08:15:52.003" v="972" actId="26606"/>
          <ac:spMkLst>
            <pc:docMk/>
            <pc:sldMk cId="1276069263" sldId="575"/>
            <ac:spMk id="14" creationId="{864DE13E-58EB-4475-B79C-0D4FC651239B}"/>
          </ac:spMkLst>
        </pc:spChg>
        <pc:spChg chg="add del">
          <ac:chgData name="Maged Elhamady" userId="3c668177-9cc3-4dff-81f9-13505a85a121" providerId="ADAL" clId="{75A4AED5-7F7E-43E6-A565-30D2D57DBEE9}" dt="2024-04-01T08:15:38.009" v="963" actId="26606"/>
          <ac:spMkLst>
            <pc:docMk/>
            <pc:sldMk cId="1276069263" sldId="575"/>
            <ac:spMk id="15" creationId="{3783CA14-24A1-485C-8B30-D6A5D87987AD}"/>
          </ac:spMkLst>
        </pc:spChg>
        <pc:spChg chg="del">
          <ac:chgData name="Maged Elhamady" userId="3c668177-9cc3-4dff-81f9-13505a85a121" providerId="ADAL" clId="{75A4AED5-7F7E-43E6-A565-30D2D57DBEE9}" dt="2024-04-01T08:15:12.805" v="959"/>
          <ac:spMkLst>
            <pc:docMk/>
            <pc:sldMk cId="1276069263" sldId="575"/>
            <ac:spMk id="16" creationId="{42A4FC2C-047E-45A5-965D-8E1E3BF09BC6}"/>
          </ac:spMkLst>
        </pc:spChg>
        <pc:spChg chg="add del">
          <ac:chgData name="Maged Elhamady" userId="3c668177-9cc3-4dff-81f9-13505a85a121" providerId="ADAL" clId="{75A4AED5-7F7E-43E6-A565-30D2D57DBEE9}" dt="2024-04-01T08:15:38.009" v="963" actId="26606"/>
          <ac:spMkLst>
            <pc:docMk/>
            <pc:sldMk cId="1276069263" sldId="575"/>
            <ac:spMk id="17" creationId="{9A97C86A-04D6-40F7-AE84-31AB43E6A846}"/>
          </ac:spMkLst>
        </pc:spChg>
        <pc:spChg chg="add del">
          <ac:chgData name="Maged Elhamady" userId="3c668177-9cc3-4dff-81f9-13505a85a121" providerId="ADAL" clId="{75A4AED5-7F7E-43E6-A565-30D2D57DBEE9}" dt="2024-04-01T08:15:52.717" v="974" actId="26606"/>
          <ac:spMkLst>
            <pc:docMk/>
            <pc:sldMk cId="1276069263" sldId="575"/>
            <ac:spMk id="18" creationId="{86FF76B9-219D-4469-AF87-0236D29032F1}"/>
          </ac:spMkLst>
        </pc:spChg>
        <pc:spChg chg="add del">
          <ac:chgData name="Maged Elhamady" userId="3c668177-9cc3-4dff-81f9-13505a85a121" providerId="ADAL" clId="{75A4AED5-7F7E-43E6-A565-30D2D57DBEE9}" dt="2024-04-01T08:15:38.009" v="963" actId="26606"/>
          <ac:spMkLst>
            <pc:docMk/>
            <pc:sldMk cId="1276069263" sldId="575"/>
            <ac:spMk id="19" creationId="{FF9F2414-84E8-453E-B1F3-389FDE8192D9}"/>
          </ac:spMkLst>
        </pc:spChg>
        <pc:spChg chg="add del">
          <ac:chgData name="Maged Elhamady" userId="3c668177-9cc3-4dff-81f9-13505a85a121" providerId="ADAL" clId="{75A4AED5-7F7E-43E6-A565-30D2D57DBEE9}" dt="2024-04-01T08:15:38.009" v="963" actId="26606"/>
          <ac:spMkLst>
            <pc:docMk/>
            <pc:sldMk cId="1276069263" sldId="575"/>
            <ac:spMk id="21" creationId="{3ECA69A1-7536-43AC-85EF-C7106179F5ED}"/>
          </ac:spMkLst>
        </pc:spChg>
        <pc:spChg chg="add del">
          <ac:chgData name="Maged Elhamady" userId="3c668177-9cc3-4dff-81f9-13505a85a121" providerId="ADAL" clId="{75A4AED5-7F7E-43E6-A565-30D2D57DBEE9}" dt="2024-04-01T08:15:55.503" v="978" actId="26606"/>
          <ac:spMkLst>
            <pc:docMk/>
            <pc:sldMk cId="1276069263" sldId="575"/>
            <ac:spMk id="23" creationId="{FF9F2414-84E8-453E-B1F3-389FDE8192D9}"/>
          </ac:spMkLst>
        </pc:spChg>
        <pc:spChg chg="add del">
          <ac:chgData name="Maged Elhamady" userId="3c668177-9cc3-4dff-81f9-13505a85a121" providerId="ADAL" clId="{75A4AED5-7F7E-43E6-A565-30D2D57DBEE9}" dt="2024-04-01T08:15:52.717" v="974" actId="26606"/>
          <ac:spMkLst>
            <pc:docMk/>
            <pc:sldMk cId="1276069263" sldId="575"/>
            <ac:spMk id="24" creationId="{2E80C965-DB6D-4F81-9E9E-B027384D0BD6}"/>
          </ac:spMkLst>
        </pc:spChg>
        <pc:spChg chg="add del">
          <ac:chgData name="Maged Elhamady" userId="3c668177-9cc3-4dff-81f9-13505a85a121" providerId="ADAL" clId="{75A4AED5-7F7E-43E6-A565-30D2D57DBEE9}" dt="2024-04-01T08:15:52.717" v="974" actId="26606"/>
          <ac:spMkLst>
            <pc:docMk/>
            <pc:sldMk cId="1276069263" sldId="575"/>
            <ac:spMk id="25" creationId="{633C5E46-DAC5-4661-9C87-22B08E2A512F}"/>
          </ac:spMkLst>
        </pc:spChg>
        <pc:spChg chg="add del">
          <ac:chgData name="Maged Elhamady" userId="3c668177-9cc3-4dff-81f9-13505a85a121" providerId="ADAL" clId="{75A4AED5-7F7E-43E6-A565-30D2D57DBEE9}" dt="2024-04-01T08:15:53.958" v="976" actId="26606"/>
          <ac:spMkLst>
            <pc:docMk/>
            <pc:sldMk cId="1276069263" sldId="575"/>
            <ac:spMk id="27" creationId="{2D2B266D-3625-4584-A5C3-7D3F672CFF30}"/>
          </ac:spMkLst>
        </pc:spChg>
        <pc:spChg chg="add del">
          <ac:chgData name="Maged Elhamady" userId="3c668177-9cc3-4dff-81f9-13505a85a121" providerId="ADAL" clId="{75A4AED5-7F7E-43E6-A565-30D2D57DBEE9}" dt="2024-04-01T08:15:53.958" v="976" actId="26606"/>
          <ac:spMkLst>
            <pc:docMk/>
            <pc:sldMk cId="1276069263" sldId="575"/>
            <ac:spMk id="28" creationId="{C463B99A-73EE-4FBB-B7C4-F9F9BCC25C65}"/>
          </ac:spMkLst>
        </pc:spChg>
        <pc:spChg chg="add del">
          <ac:chgData name="Maged Elhamady" userId="3c668177-9cc3-4dff-81f9-13505a85a121" providerId="ADAL" clId="{75A4AED5-7F7E-43E6-A565-30D2D57DBEE9}" dt="2024-04-01T08:15:53.958" v="976" actId="26606"/>
          <ac:spMkLst>
            <pc:docMk/>
            <pc:sldMk cId="1276069263" sldId="575"/>
            <ac:spMk id="29" creationId="{A5D2A5D1-BA0D-47D3-B051-DA7743C46E28}"/>
          </ac:spMkLst>
        </pc:spChg>
        <pc:spChg chg="add del">
          <ac:chgData name="Maged Elhamady" userId="3c668177-9cc3-4dff-81f9-13505a85a121" providerId="ADAL" clId="{75A4AED5-7F7E-43E6-A565-30D2D57DBEE9}" dt="2024-04-01T08:17:19.091" v="988" actId="26606"/>
          <ac:spMkLst>
            <pc:docMk/>
            <pc:sldMk cId="1276069263" sldId="575"/>
            <ac:spMk id="30" creationId="{42A4FC2C-047E-45A5-965D-8E1E3BF09BC6}"/>
          </ac:spMkLst>
        </pc:spChg>
        <pc:spChg chg="add del">
          <ac:chgData name="Maged Elhamady" userId="3c668177-9cc3-4dff-81f9-13505a85a121" providerId="ADAL" clId="{75A4AED5-7F7E-43E6-A565-30D2D57DBEE9}" dt="2024-04-01T08:15:55.503" v="978" actId="26606"/>
          <ac:spMkLst>
            <pc:docMk/>
            <pc:sldMk cId="1276069263" sldId="575"/>
            <ac:spMk id="31" creationId="{F3060C83-F051-4F0E-ABAD-AA0DFC48B218}"/>
          </ac:spMkLst>
        </pc:spChg>
        <pc:spChg chg="add del">
          <ac:chgData name="Maged Elhamady" userId="3c668177-9cc3-4dff-81f9-13505a85a121" providerId="ADAL" clId="{75A4AED5-7F7E-43E6-A565-30D2D57DBEE9}" dt="2024-04-01T08:15:55.503" v="978" actId="26606"/>
          <ac:spMkLst>
            <pc:docMk/>
            <pc:sldMk cId="1276069263" sldId="575"/>
            <ac:spMk id="32" creationId="{83C98ABE-055B-441F-B07E-44F97F083C39}"/>
          </ac:spMkLst>
        </pc:spChg>
        <pc:spChg chg="add del">
          <ac:chgData name="Maged Elhamady" userId="3c668177-9cc3-4dff-81f9-13505a85a121" providerId="ADAL" clId="{75A4AED5-7F7E-43E6-A565-30D2D57DBEE9}" dt="2024-04-01T08:15:55.503" v="978" actId="26606"/>
          <ac:spMkLst>
            <pc:docMk/>
            <pc:sldMk cId="1276069263" sldId="575"/>
            <ac:spMk id="33" creationId="{29FDB030-9B49-4CED-8CCD-4D99382388AC}"/>
          </ac:spMkLst>
        </pc:spChg>
        <pc:spChg chg="add del">
          <ac:chgData name="Maged Elhamady" userId="3c668177-9cc3-4dff-81f9-13505a85a121" providerId="ADAL" clId="{75A4AED5-7F7E-43E6-A565-30D2D57DBEE9}" dt="2024-04-01T08:15:55.503" v="978" actId="26606"/>
          <ac:spMkLst>
            <pc:docMk/>
            <pc:sldMk cId="1276069263" sldId="575"/>
            <ac:spMk id="34" creationId="{3783CA14-24A1-485C-8B30-D6A5D87987AD}"/>
          </ac:spMkLst>
        </pc:spChg>
        <pc:spChg chg="add del">
          <ac:chgData name="Maged Elhamady" userId="3c668177-9cc3-4dff-81f9-13505a85a121" providerId="ADAL" clId="{75A4AED5-7F7E-43E6-A565-30D2D57DBEE9}" dt="2024-04-01T08:15:55.503" v="978" actId="26606"/>
          <ac:spMkLst>
            <pc:docMk/>
            <pc:sldMk cId="1276069263" sldId="575"/>
            <ac:spMk id="35" creationId="{9A97C86A-04D6-40F7-AE84-31AB43E6A846}"/>
          </ac:spMkLst>
        </pc:spChg>
        <pc:spChg chg="add del">
          <ac:chgData name="Maged Elhamady" userId="3c668177-9cc3-4dff-81f9-13505a85a121" providerId="ADAL" clId="{75A4AED5-7F7E-43E6-A565-30D2D57DBEE9}" dt="2024-04-01T08:15:55.503" v="978" actId="26606"/>
          <ac:spMkLst>
            <pc:docMk/>
            <pc:sldMk cId="1276069263" sldId="575"/>
            <ac:spMk id="36" creationId="{3ECA69A1-7536-43AC-85EF-C7106179F5ED}"/>
          </ac:spMkLst>
        </pc:spChg>
        <pc:spChg chg="add del">
          <ac:chgData name="Maged Elhamady" userId="3c668177-9cc3-4dff-81f9-13505a85a121" providerId="ADAL" clId="{75A4AED5-7F7E-43E6-A565-30D2D57DBEE9}" dt="2024-04-01T08:25:53.904" v="1199" actId="26606"/>
          <ac:spMkLst>
            <pc:docMk/>
            <pc:sldMk cId="1276069263" sldId="575"/>
            <ac:spMk id="49" creationId="{42A4FC2C-047E-45A5-965D-8E1E3BF09BC6}"/>
          </ac:spMkLst>
        </pc:spChg>
        <pc:spChg chg="add del">
          <ac:chgData name="Maged Elhamady" userId="3c668177-9cc3-4dff-81f9-13505a85a121" providerId="ADAL" clId="{75A4AED5-7F7E-43E6-A565-30D2D57DBEE9}" dt="2024-04-01T08:25:54.831" v="1201" actId="26606"/>
          <ac:spMkLst>
            <pc:docMk/>
            <pc:sldMk cId="1276069263" sldId="575"/>
            <ac:spMk id="51" creationId="{262ABC4B-37D8-4218-BDD8-6DF6A00C0C80}"/>
          </ac:spMkLst>
        </pc:spChg>
        <pc:spChg chg="add del">
          <ac:chgData name="Maged Elhamady" userId="3c668177-9cc3-4dff-81f9-13505a85a121" providerId="ADAL" clId="{75A4AED5-7F7E-43E6-A565-30D2D57DBEE9}" dt="2024-04-01T08:25:58.143" v="1203" actId="26606"/>
          <ac:spMkLst>
            <pc:docMk/>
            <pc:sldMk cId="1276069263" sldId="575"/>
            <ac:spMk id="53" creationId="{799448F2-0E5B-42DA-B2D1-11A14E947BD4}"/>
          </ac:spMkLst>
        </pc:spChg>
        <pc:spChg chg="add del">
          <ac:chgData name="Maged Elhamady" userId="3c668177-9cc3-4dff-81f9-13505a85a121" providerId="ADAL" clId="{75A4AED5-7F7E-43E6-A565-30D2D57DBEE9}" dt="2024-04-01T08:25:58.143" v="1203" actId="26606"/>
          <ac:spMkLst>
            <pc:docMk/>
            <pc:sldMk cId="1276069263" sldId="575"/>
            <ac:spMk id="54" creationId="{4E8A7552-20E1-4F34-ADAB-C1DB6634D47E}"/>
          </ac:spMkLst>
        </pc:spChg>
        <pc:spChg chg="add del">
          <ac:chgData name="Maged Elhamady" userId="3c668177-9cc3-4dff-81f9-13505a85a121" providerId="ADAL" clId="{75A4AED5-7F7E-43E6-A565-30D2D57DBEE9}" dt="2024-04-01T08:26:04.023" v="1205" actId="26606"/>
          <ac:spMkLst>
            <pc:docMk/>
            <pc:sldMk cId="1276069263" sldId="575"/>
            <ac:spMk id="56" creationId="{BFDC535F-AC0A-417D-96AB-6706BECACD95}"/>
          </ac:spMkLst>
        </pc:spChg>
        <pc:spChg chg="add del">
          <ac:chgData name="Maged Elhamady" userId="3c668177-9cc3-4dff-81f9-13505a85a121" providerId="ADAL" clId="{75A4AED5-7F7E-43E6-A565-30D2D57DBEE9}" dt="2024-04-01T08:26:04.023" v="1205" actId="26606"/>
          <ac:spMkLst>
            <pc:docMk/>
            <pc:sldMk cId="1276069263" sldId="575"/>
            <ac:spMk id="57" creationId="{97AAAF8E-31DB-4148-8FCA-4D8233D691C6}"/>
          </ac:spMkLst>
        </pc:spChg>
        <pc:spChg chg="add del">
          <ac:chgData name="Maged Elhamady" userId="3c668177-9cc3-4dff-81f9-13505a85a121" providerId="ADAL" clId="{75A4AED5-7F7E-43E6-A565-30D2D57DBEE9}" dt="2024-04-01T08:26:04.023" v="1205" actId="26606"/>
          <ac:spMkLst>
            <pc:docMk/>
            <pc:sldMk cId="1276069263" sldId="575"/>
            <ac:spMk id="58" creationId="{AA274328-4774-4DF9-BA53-452565122FBB}"/>
          </ac:spMkLst>
        </pc:spChg>
        <pc:spChg chg="add del">
          <ac:chgData name="Maged Elhamady" userId="3c668177-9cc3-4dff-81f9-13505a85a121" providerId="ADAL" clId="{75A4AED5-7F7E-43E6-A565-30D2D57DBEE9}" dt="2024-04-01T08:26:04.023" v="1205" actId="26606"/>
          <ac:spMkLst>
            <pc:docMk/>
            <pc:sldMk cId="1276069263" sldId="575"/>
            <ac:spMk id="59" creationId="{01C7B46D-2FEF-4FAA-915B-8B21A66BB647}"/>
          </ac:spMkLst>
        </pc:spChg>
        <pc:grpChg chg="add del">
          <ac:chgData name="Maged Elhamady" userId="3c668177-9cc3-4dff-81f9-13505a85a121" providerId="ADAL" clId="{75A4AED5-7F7E-43E6-A565-30D2D57DBEE9}" dt="2024-04-01T08:15:52.717" v="974" actId="26606"/>
          <ac:grpSpMkLst>
            <pc:docMk/>
            <pc:sldMk cId="1276069263" sldId="575"/>
            <ac:grpSpMk id="20" creationId="{DB88BD78-87E1-424D-B479-C37D8E41B12E}"/>
          </ac:grpSpMkLst>
        </pc:grpChg>
        <pc:picChg chg="del">
          <ac:chgData name="Maged Elhamady" userId="3c668177-9cc3-4dff-81f9-13505a85a121" providerId="ADAL" clId="{75A4AED5-7F7E-43E6-A565-30D2D57DBEE9}" dt="2024-04-01T08:15:14.522" v="960" actId="478"/>
          <ac:picMkLst>
            <pc:docMk/>
            <pc:sldMk cId="1276069263" sldId="575"/>
            <ac:picMk id="3" creationId="{BE81D9B5-4B3F-D760-CCE8-7A8694B80545}"/>
          </ac:picMkLst>
        </pc:picChg>
        <pc:picChg chg="add del mod">
          <ac:chgData name="Maged Elhamady" userId="3c668177-9cc3-4dff-81f9-13505a85a121" providerId="ADAL" clId="{75A4AED5-7F7E-43E6-A565-30D2D57DBEE9}" dt="2024-04-01T08:17:11.583" v="983" actId="478"/>
          <ac:picMkLst>
            <pc:docMk/>
            <pc:sldMk cId="1276069263" sldId="575"/>
            <ac:picMk id="4" creationId="{5D3B02B6-F623-8D8A-D1EA-245B2CF76856}"/>
          </ac:picMkLst>
        </pc:picChg>
        <pc:picChg chg="add del mod ord">
          <ac:chgData name="Maged Elhamady" userId="3c668177-9cc3-4dff-81f9-13505a85a121" providerId="ADAL" clId="{75A4AED5-7F7E-43E6-A565-30D2D57DBEE9}" dt="2024-04-01T08:36:35.723" v="1220" actId="478"/>
          <ac:picMkLst>
            <pc:docMk/>
            <pc:sldMk cId="1276069263" sldId="575"/>
            <ac:picMk id="26" creationId="{69FC86AC-7492-97E7-6EF4-2AF716810470}"/>
          </ac:picMkLst>
        </pc:picChg>
        <pc:picChg chg="add mod">
          <ac:chgData name="Maged Elhamady" userId="3c668177-9cc3-4dff-81f9-13505a85a121" providerId="ADAL" clId="{75A4AED5-7F7E-43E6-A565-30D2D57DBEE9}" dt="2024-04-01T08:32:57.115" v="1217" actId="14100"/>
          <ac:picMkLst>
            <pc:docMk/>
            <pc:sldMk cId="1276069263" sldId="575"/>
            <ac:picMk id="38" creationId="{E08D4441-0DA9-5A83-9CC2-13E96B85EA84}"/>
          </ac:picMkLst>
        </pc:picChg>
        <pc:picChg chg="add mod ord">
          <ac:chgData name="Maged Elhamady" userId="3c668177-9cc3-4dff-81f9-13505a85a121" providerId="ADAL" clId="{75A4AED5-7F7E-43E6-A565-30D2D57DBEE9}" dt="2024-04-01T08:32:59.326" v="1218" actId="14100"/>
          <ac:picMkLst>
            <pc:docMk/>
            <pc:sldMk cId="1276069263" sldId="575"/>
            <ac:picMk id="40" creationId="{3928C67B-2DF1-906D-7B15-962C00C67EB5}"/>
          </ac:picMkLst>
        </pc:picChg>
        <pc:picChg chg="add mod">
          <ac:chgData name="Maged Elhamady" userId="3c668177-9cc3-4dff-81f9-13505a85a121" providerId="ADAL" clId="{75A4AED5-7F7E-43E6-A565-30D2D57DBEE9}" dt="2024-04-01T08:36:56.682" v="1230" actId="1076"/>
          <ac:picMkLst>
            <pc:docMk/>
            <pc:sldMk cId="1276069263" sldId="575"/>
            <ac:picMk id="42" creationId="{93D5D4DC-8100-19F2-6A6F-CD53A842C827}"/>
          </ac:picMkLst>
        </pc:picChg>
        <pc:cxnChg chg="add del">
          <ac:chgData name="Maged Elhamady" userId="3c668177-9cc3-4dff-81f9-13505a85a121" providerId="ADAL" clId="{75A4AED5-7F7E-43E6-A565-30D2D57DBEE9}" dt="2024-04-01T08:25:53.279" v="1197" actId="26606"/>
          <ac:cxnSpMkLst>
            <pc:docMk/>
            <pc:sldMk cId="1276069263" sldId="575"/>
            <ac:cxnSpMk id="45" creationId="{DCD67800-37AC-4E14-89B0-F79DCB3FB86D}"/>
          </ac:cxnSpMkLst>
        </pc:cxnChg>
        <pc:cxnChg chg="add del">
          <ac:chgData name="Maged Elhamady" userId="3c668177-9cc3-4dff-81f9-13505a85a121" providerId="ADAL" clId="{75A4AED5-7F7E-43E6-A565-30D2D57DBEE9}" dt="2024-04-01T08:25:53.279" v="1197" actId="26606"/>
          <ac:cxnSpMkLst>
            <pc:docMk/>
            <pc:sldMk cId="1276069263" sldId="575"/>
            <ac:cxnSpMk id="47" creationId="{20F1788F-A5AE-4188-8274-F7F2E3833ECD}"/>
          </ac:cxnSpMkLst>
        </pc:cxnChg>
      </pc:sldChg>
      <pc:sldChg chg="addSp delSp modSp add del mod">
        <pc:chgData name="Maged Elhamady" userId="3c668177-9cc3-4dff-81f9-13505a85a121" providerId="ADAL" clId="{75A4AED5-7F7E-43E6-A565-30D2D57DBEE9}" dt="2024-04-01T08:15:10.335" v="957" actId="47"/>
        <pc:sldMkLst>
          <pc:docMk/>
          <pc:sldMk cId="4095935102" sldId="575"/>
        </pc:sldMkLst>
        <pc:spChg chg="add del">
          <ac:chgData name="Maged Elhamady" userId="3c668177-9cc3-4dff-81f9-13505a85a121" providerId="ADAL" clId="{75A4AED5-7F7E-43E6-A565-30D2D57DBEE9}" dt="2024-04-01T08:15:05.351" v="956" actId="26606"/>
          <ac:spMkLst>
            <pc:docMk/>
            <pc:sldMk cId="4095935102" sldId="575"/>
            <ac:spMk id="16" creationId="{42A4FC2C-047E-45A5-965D-8E1E3BF09BC6}"/>
          </ac:spMkLst>
        </pc:spChg>
        <pc:spChg chg="add del">
          <ac:chgData name="Maged Elhamady" userId="3c668177-9cc3-4dff-81f9-13505a85a121" providerId="ADAL" clId="{75A4AED5-7F7E-43E6-A565-30D2D57DBEE9}" dt="2024-04-01T08:15:04.518" v="953" actId="26606"/>
          <ac:spMkLst>
            <pc:docMk/>
            <pc:sldMk cId="4095935102" sldId="575"/>
            <ac:spMk id="18" creationId="{86FF76B9-219D-4469-AF87-0236D29032F1}"/>
          </ac:spMkLst>
        </pc:spChg>
        <pc:spChg chg="add">
          <ac:chgData name="Maged Elhamady" userId="3c668177-9cc3-4dff-81f9-13505a85a121" providerId="ADAL" clId="{75A4AED5-7F7E-43E6-A565-30D2D57DBEE9}" dt="2024-04-01T08:15:05.351" v="956" actId="26606"/>
          <ac:spMkLst>
            <pc:docMk/>
            <pc:sldMk cId="4095935102" sldId="575"/>
            <ac:spMk id="20" creationId="{F3060C83-F051-4F0E-ABAD-AA0DFC48B218}"/>
          </ac:spMkLst>
        </pc:spChg>
        <pc:spChg chg="add del">
          <ac:chgData name="Maged Elhamady" userId="3c668177-9cc3-4dff-81f9-13505a85a121" providerId="ADAL" clId="{75A4AED5-7F7E-43E6-A565-30D2D57DBEE9}" dt="2024-04-01T08:14:58.346" v="949" actId="26606"/>
          <ac:spMkLst>
            <pc:docMk/>
            <pc:sldMk cId="4095935102" sldId="575"/>
            <ac:spMk id="21" creationId="{B9FF99BD-075F-4761-A995-6FC574BD25EA}"/>
          </ac:spMkLst>
        </pc:spChg>
        <pc:spChg chg="add">
          <ac:chgData name="Maged Elhamady" userId="3c668177-9cc3-4dff-81f9-13505a85a121" providerId="ADAL" clId="{75A4AED5-7F7E-43E6-A565-30D2D57DBEE9}" dt="2024-04-01T08:15:05.351" v="956" actId="26606"/>
          <ac:spMkLst>
            <pc:docMk/>
            <pc:sldMk cId="4095935102" sldId="575"/>
            <ac:spMk id="22" creationId="{83C98ABE-055B-441F-B07E-44F97F083C39}"/>
          </ac:spMkLst>
        </pc:spChg>
        <pc:spChg chg="add del">
          <ac:chgData name="Maged Elhamady" userId="3c668177-9cc3-4dff-81f9-13505a85a121" providerId="ADAL" clId="{75A4AED5-7F7E-43E6-A565-30D2D57DBEE9}" dt="2024-04-01T08:14:58.346" v="949" actId="26606"/>
          <ac:spMkLst>
            <pc:docMk/>
            <pc:sldMk cId="4095935102" sldId="575"/>
            <ac:spMk id="23" creationId="{A7B21A54-9BA3-4EA9-B460-5A829ADD9051}"/>
          </ac:spMkLst>
        </pc:spChg>
        <pc:spChg chg="add">
          <ac:chgData name="Maged Elhamady" userId="3c668177-9cc3-4dff-81f9-13505a85a121" providerId="ADAL" clId="{75A4AED5-7F7E-43E6-A565-30D2D57DBEE9}" dt="2024-04-01T08:15:05.351" v="956" actId="26606"/>
          <ac:spMkLst>
            <pc:docMk/>
            <pc:sldMk cId="4095935102" sldId="575"/>
            <ac:spMk id="24" creationId="{29FDB030-9B49-4CED-8CCD-4D99382388AC}"/>
          </ac:spMkLst>
        </pc:spChg>
        <pc:spChg chg="add del">
          <ac:chgData name="Maged Elhamady" userId="3c668177-9cc3-4dff-81f9-13505a85a121" providerId="ADAL" clId="{75A4AED5-7F7E-43E6-A565-30D2D57DBEE9}" dt="2024-04-01T08:14:58.346" v="949" actId="26606"/>
          <ac:spMkLst>
            <pc:docMk/>
            <pc:sldMk cId="4095935102" sldId="575"/>
            <ac:spMk id="25" creationId="{6FA8F714-B9D8-488A-8CCA-E9948FF913A9}"/>
          </ac:spMkLst>
        </pc:spChg>
        <pc:spChg chg="add">
          <ac:chgData name="Maged Elhamady" userId="3c668177-9cc3-4dff-81f9-13505a85a121" providerId="ADAL" clId="{75A4AED5-7F7E-43E6-A565-30D2D57DBEE9}" dt="2024-04-01T08:15:05.351" v="956" actId="26606"/>
          <ac:spMkLst>
            <pc:docMk/>
            <pc:sldMk cId="4095935102" sldId="575"/>
            <ac:spMk id="26" creationId="{3783CA14-24A1-485C-8B30-D6A5D87987AD}"/>
          </ac:spMkLst>
        </pc:spChg>
        <pc:spChg chg="add del">
          <ac:chgData name="Maged Elhamady" userId="3c668177-9cc3-4dff-81f9-13505a85a121" providerId="ADAL" clId="{75A4AED5-7F7E-43E6-A565-30D2D57DBEE9}" dt="2024-04-01T08:15:04.518" v="953" actId="26606"/>
          <ac:spMkLst>
            <pc:docMk/>
            <pc:sldMk cId="4095935102" sldId="575"/>
            <ac:spMk id="27" creationId="{2E80C965-DB6D-4F81-9E9E-B027384D0BD6}"/>
          </ac:spMkLst>
        </pc:spChg>
        <pc:spChg chg="add">
          <ac:chgData name="Maged Elhamady" userId="3c668177-9cc3-4dff-81f9-13505a85a121" providerId="ADAL" clId="{75A4AED5-7F7E-43E6-A565-30D2D57DBEE9}" dt="2024-04-01T08:15:05.351" v="956" actId="26606"/>
          <ac:spMkLst>
            <pc:docMk/>
            <pc:sldMk cId="4095935102" sldId="575"/>
            <ac:spMk id="28" creationId="{9A97C86A-04D6-40F7-AE84-31AB43E6A846}"/>
          </ac:spMkLst>
        </pc:spChg>
        <pc:spChg chg="add del">
          <ac:chgData name="Maged Elhamady" userId="3c668177-9cc3-4dff-81f9-13505a85a121" providerId="ADAL" clId="{75A4AED5-7F7E-43E6-A565-30D2D57DBEE9}" dt="2024-04-01T08:15:04.518" v="953" actId="26606"/>
          <ac:spMkLst>
            <pc:docMk/>
            <pc:sldMk cId="4095935102" sldId="575"/>
            <ac:spMk id="29" creationId="{633C5E46-DAC5-4661-9C87-22B08E2A512F}"/>
          </ac:spMkLst>
        </pc:spChg>
        <pc:spChg chg="add">
          <ac:chgData name="Maged Elhamady" userId="3c668177-9cc3-4dff-81f9-13505a85a121" providerId="ADAL" clId="{75A4AED5-7F7E-43E6-A565-30D2D57DBEE9}" dt="2024-04-01T08:15:05.351" v="956" actId="26606"/>
          <ac:spMkLst>
            <pc:docMk/>
            <pc:sldMk cId="4095935102" sldId="575"/>
            <ac:spMk id="31" creationId="{FF9F2414-84E8-453E-B1F3-389FDE8192D9}"/>
          </ac:spMkLst>
        </pc:spChg>
        <pc:spChg chg="add">
          <ac:chgData name="Maged Elhamady" userId="3c668177-9cc3-4dff-81f9-13505a85a121" providerId="ADAL" clId="{75A4AED5-7F7E-43E6-A565-30D2D57DBEE9}" dt="2024-04-01T08:15:05.351" v="956" actId="26606"/>
          <ac:spMkLst>
            <pc:docMk/>
            <pc:sldMk cId="4095935102" sldId="575"/>
            <ac:spMk id="33" creationId="{3ECA69A1-7536-43AC-85EF-C7106179F5ED}"/>
          </ac:spMkLst>
        </pc:spChg>
        <pc:grpChg chg="add del">
          <ac:chgData name="Maged Elhamady" userId="3c668177-9cc3-4dff-81f9-13505a85a121" providerId="ADAL" clId="{75A4AED5-7F7E-43E6-A565-30D2D57DBEE9}" dt="2024-04-01T08:15:04.518" v="953" actId="26606"/>
          <ac:grpSpMkLst>
            <pc:docMk/>
            <pc:sldMk cId="4095935102" sldId="575"/>
            <ac:grpSpMk id="19" creationId="{DB88BD78-87E1-424D-B479-C37D8E41B12E}"/>
          </ac:grpSpMkLst>
        </pc:grpChg>
        <pc:graphicFrameChg chg="add mod modGraphic">
          <ac:chgData name="Maged Elhamady" userId="3c668177-9cc3-4dff-81f9-13505a85a121" providerId="ADAL" clId="{75A4AED5-7F7E-43E6-A565-30D2D57DBEE9}" dt="2024-04-01T08:15:05.351" v="956" actId="26606"/>
          <ac:graphicFrameMkLst>
            <pc:docMk/>
            <pc:sldMk cId="4095935102" sldId="575"/>
            <ac:graphicFrameMk id="2" creationId="{6BBBBA06-E197-B5A0-5D0F-5D142C2A5E74}"/>
          </ac:graphicFrameMkLst>
        </pc:graphicFrameChg>
        <pc:picChg chg="del">
          <ac:chgData name="Maged Elhamady" userId="3c668177-9cc3-4dff-81f9-13505a85a121" providerId="ADAL" clId="{75A4AED5-7F7E-43E6-A565-30D2D57DBEE9}" dt="2024-04-01T08:14:44.135" v="946" actId="478"/>
          <ac:picMkLst>
            <pc:docMk/>
            <pc:sldMk cId="4095935102" sldId="575"/>
            <ac:picMk id="3" creationId="{BE81D9B5-4B3F-D760-CCE8-7A8694B80545}"/>
          </ac:picMkLst>
        </pc:picChg>
      </pc:sldChg>
      <pc:sldChg chg="addSp delSp modSp add mod setBg modNotes">
        <pc:chgData name="Maged Elhamady" userId="3c668177-9cc3-4dff-81f9-13505a85a121" providerId="ADAL" clId="{75A4AED5-7F7E-43E6-A565-30D2D57DBEE9}" dt="2024-04-04T10:50:23.597" v="4442" actId="20577"/>
        <pc:sldMkLst>
          <pc:docMk/>
          <pc:sldMk cId="1016370066" sldId="576"/>
        </pc:sldMkLst>
        <pc:spChg chg="add mod">
          <ac:chgData name="Maged Elhamady" userId="3c668177-9cc3-4dff-81f9-13505a85a121" providerId="ADAL" clId="{75A4AED5-7F7E-43E6-A565-30D2D57DBEE9}" dt="2024-04-04T10:49:55.861" v="4409" actId="1076"/>
          <ac:spMkLst>
            <pc:docMk/>
            <pc:sldMk cId="1016370066" sldId="576"/>
            <ac:spMk id="2" creationId="{091CB27F-4C16-D05F-E036-0903AD4DC347}"/>
          </ac:spMkLst>
        </pc:spChg>
        <pc:spChg chg="add mod">
          <ac:chgData name="Maged Elhamady" userId="3c668177-9cc3-4dff-81f9-13505a85a121" providerId="ADAL" clId="{75A4AED5-7F7E-43E6-A565-30D2D57DBEE9}" dt="2024-04-04T10:49:55.861" v="4409" actId="1076"/>
          <ac:spMkLst>
            <pc:docMk/>
            <pc:sldMk cId="1016370066" sldId="576"/>
            <ac:spMk id="3" creationId="{43008BD6-9CFA-55EA-5CBB-892317752B27}"/>
          </ac:spMkLst>
        </pc:spChg>
        <pc:spChg chg="add mod">
          <ac:chgData name="Maged Elhamady" userId="3c668177-9cc3-4dff-81f9-13505a85a121" providerId="ADAL" clId="{75A4AED5-7F7E-43E6-A565-30D2D57DBEE9}" dt="2024-04-04T10:50:13.722" v="4413" actId="21"/>
          <ac:spMkLst>
            <pc:docMk/>
            <pc:sldMk cId="1016370066" sldId="576"/>
            <ac:spMk id="4" creationId="{99469FC7-5235-609D-C88D-2389E1FD26B7}"/>
          </ac:spMkLst>
        </pc:spChg>
        <pc:spChg chg="add mod">
          <ac:chgData name="Maged Elhamady" userId="3c668177-9cc3-4dff-81f9-13505a85a121" providerId="ADAL" clId="{75A4AED5-7F7E-43E6-A565-30D2D57DBEE9}" dt="2024-04-04T10:49:55.861" v="4409" actId="1076"/>
          <ac:spMkLst>
            <pc:docMk/>
            <pc:sldMk cId="1016370066" sldId="576"/>
            <ac:spMk id="5" creationId="{DC74C9A6-B6FC-4559-DE31-2643BB521DC7}"/>
          </ac:spMkLst>
        </pc:spChg>
        <pc:spChg chg="add mod">
          <ac:chgData name="Maged Elhamady" userId="3c668177-9cc3-4dff-81f9-13505a85a121" providerId="ADAL" clId="{75A4AED5-7F7E-43E6-A565-30D2D57DBEE9}" dt="2024-04-04T10:50:03.077" v="4411" actId="571"/>
          <ac:spMkLst>
            <pc:docMk/>
            <pc:sldMk cId="1016370066" sldId="576"/>
            <ac:spMk id="6" creationId="{FE6D662C-7D79-A3B0-ECAA-1B2342C95F3A}"/>
          </ac:spMkLst>
        </pc:spChg>
        <pc:spChg chg="add mod">
          <ac:chgData name="Maged Elhamady" userId="3c668177-9cc3-4dff-81f9-13505a85a121" providerId="ADAL" clId="{75A4AED5-7F7E-43E6-A565-30D2D57DBEE9}" dt="2024-04-04T05:40:51.857" v="3685" actId="571"/>
          <ac:spMkLst>
            <pc:docMk/>
            <pc:sldMk cId="1016370066" sldId="576"/>
            <ac:spMk id="6" creationId="{FF26E4E2-3E64-9390-F2AE-0189D7C061B6}"/>
          </ac:spMkLst>
        </pc:spChg>
        <pc:spChg chg="add mod">
          <ac:chgData name="Maged Elhamady" userId="3c668177-9cc3-4dff-81f9-13505a85a121" providerId="ADAL" clId="{75A4AED5-7F7E-43E6-A565-30D2D57DBEE9}" dt="2024-04-04T05:40:51.857" v="3685" actId="571"/>
          <ac:spMkLst>
            <pc:docMk/>
            <pc:sldMk cId="1016370066" sldId="576"/>
            <ac:spMk id="7" creationId="{39BA9926-DD0C-9B73-18CF-560CAF9DB712}"/>
          </ac:spMkLst>
        </pc:spChg>
        <pc:spChg chg="add mod">
          <ac:chgData name="Maged Elhamady" userId="3c668177-9cc3-4dff-81f9-13505a85a121" providerId="ADAL" clId="{75A4AED5-7F7E-43E6-A565-30D2D57DBEE9}" dt="2024-04-04T10:50:03.077" v="4411" actId="571"/>
          <ac:spMkLst>
            <pc:docMk/>
            <pc:sldMk cId="1016370066" sldId="576"/>
            <ac:spMk id="7" creationId="{ACF0E2C7-F4AE-0DC9-0200-E8F4E7EBF9AC}"/>
          </ac:spMkLst>
        </pc:spChg>
        <pc:spChg chg="add mod">
          <ac:chgData name="Maged Elhamady" userId="3c668177-9cc3-4dff-81f9-13505a85a121" providerId="ADAL" clId="{75A4AED5-7F7E-43E6-A565-30D2D57DBEE9}" dt="2024-04-04T10:50:23.597" v="4442" actId="20577"/>
          <ac:spMkLst>
            <pc:docMk/>
            <pc:sldMk cId="1016370066" sldId="576"/>
            <ac:spMk id="8" creationId="{82838729-AA10-0385-1451-19EDE35D43FE}"/>
          </ac:spMkLst>
        </pc:spChg>
        <pc:spChg chg="add mod">
          <ac:chgData name="Maged Elhamady" userId="3c668177-9cc3-4dff-81f9-13505a85a121" providerId="ADAL" clId="{75A4AED5-7F7E-43E6-A565-30D2D57DBEE9}" dt="2024-04-04T10:49:55.861" v="4409" actId="1076"/>
          <ac:spMkLst>
            <pc:docMk/>
            <pc:sldMk cId="1016370066" sldId="576"/>
            <ac:spMk id="9" creationId="{7AB2BA65-6301-DE95-87D7-AA0D90185A90}"/>
          </ac:spMkLst>
        </pc:spChg>
        <pc:spChg chg="del">
          <ac:chgData name="Maged Elhamady" userId="3c668177-9cc3-4dff-81f9-13505a85a121" providerId="ADAL" clId="{75A4AED5-7F7E-43E6-A565-30D2D57DBEE9}" dt="2024-04-03T20:43:13.062" v="1745" actId="478"/>
          <ac:spMkLst>
            <pc:docMk/>
            <pc:sldMk cId="1016370066" sldId="576"/>
            <ac:spMk id="10" creationId="{00000000-0000-0000-0000-000000000000}"/>
          </ac:spMkLst>
        </pc:spChg>
        <pc:spChg chg="add mod">
          <ac:chgData name="Maged Elhamady" userId="3c668177-9cc3-4dff-81f9-13505a85a121" providerId="ADAL" clId="{75A4AED5-7F7E-43E6-A565-30D2D57DBEE9}" dt="2024-04-04T10:50:21.811" v="4440" actId="20577"/>
          <ac:spMkLst>
            <pc:docMk/>
            <pc:sldMk cId="1016370066" sldId="576"/>
            <ac:spMk id="10" creationId="{576BB9BD-37AE-EAD3-BCEE-8AC07781EDA3}"/>
          </ac:spMkLst>
        </pc:spChg>
        <pc:spChg chg="del">
          <ac:chgData name="Maged Elhamady" userId="3c668177-9cc3-4dff-81f9-13505a85a121" providerId="ADAL" clId="{75A4AED5-7F7E-43E6-A565-30D2D57DBEE9}" dt="2024-04-03T20:43:13.062" v="1745" actId="478"/>
          <ac:spMkLst>
            <pc:docMk/>
            <pc:sldMk cId="1016370066" sldId="576"/>
            <ac:spMk id="11" creationId="{00000000-0000-0000-0000-000000000000}"/>
          </ac:spMkLst>
        </pc:spChg>
        <pc:spChg chg="add mod">
          <ac:chgData name="Maged Elhamady" userId="3c668177-9cc3-4dff-81f9-13505a85a121" providerId="ADAL" clId="{75A4AED5-7F7E-43E6-A565-30D2D57DBEE9}" dt="2024-04-04T10:50:08.124" v="4412" actId="571"/>
          <ac:spMkLst>
            <pc:docMk/>
            <pc:sldMk cId="1016370066" sldId="576"/>
            <ac:spMk id="11" creationId="{83A1AB02-FFB8-E282-4CBB-FD98E1C5A886}"/>
          </ac:spMkLst>
        </pc:spChg>
        <pc:spChg chg="del">
          <ac:chgData name="Maged Elhamady" userId="3c668177-9cc3-4dff-81f9-13505a85a121" providerId="ADAL" clId="{75A4AED5-7F7E-43E6-A565-30D2D57DBEE9}" dt="2024-04-03T20:43:13.062" v="1745" actId="478"/>
          <ac:spMkLst>
            <pc:docMk/>
            <pc:sldMk cId="1016370066" sldId="576"/>
            <ac:spMk id="12" creationId="{00000000-0000-0000-0000-000000000000}"/>
          </ac:spMkLst>
        </pc:spChg>
        <pc:spChg chg="add mod">
          <ac:chgData name="Maged Elhamady" userId="3c668177-9cc3-4dff-81f9-13505a85a121" providerId="ADAL" clId="{75A4AED5-7F7E-43E6-A565-30D2D57DBEE9}" dt="2024-04-04T10:50:08.124" v="4412" actId="571"/>
          <ac:spMkLst>
            <pc:docMk/>
            <pc:sldMk cId="1016370066" sldId="576"/>
            <ac:spMk id="12" creationId="{F7F23AFF-6A15-FB00-BC3B-52EE0CB1229D}"/>
          </ac:spMkLst>
        </pc:spChg>
        <pc:spChg chg="del">
          <ac:chgData name="Maged Elhamady" userId="3c668177-9cc3-4dff-81f9-13505a85a121" providerId="ADAL" clId="{75A4AED5-7F7E-43E6-A565-30D2D57DBEE9}" dt="2024-04-03T20:43:13.062" v="1745" actId="478"/>
          <ac:spMkLst>
            <pc:docMk/>
            <pc:sldMk cId="1016370066" sldId="576"/>
            <ac:spMk id="13" creationId="{00000000-0000-0000-0000-000000000000}"/>
          </ac:spMkLst>
        </pc:spChg>
        <pc:spChg chg="del">
          <ac:chgData name="Maged Elhamady" userId="3c668177-9cc3-4dff-81f9-13505a85a121" providerId="ADAL" clId="{75A4AED5-7F7E-43E6-A565-30D2D57DBEE9}" dt="2024-04-03T20:43:15.852" v="1747" actId="478"/>
          <ac:spMkLst>
            <pc:docMk/>
            <pc:sldMk cId="1016370066" sldId="576"/>
            <ac:spMk id="14" creationId="{00000000-0000-0000-0000-000000000000}"/>
          </ac:spMkLst>
        </pc:spChg>
        <pc:spChg chg="del">
          <ac:chgData name="Maged Elhamady" userId="3c668177-9cc3-4dff-81f9-13505a85a121" providerId="ADAL" clId="{75A4AED5-7F7E-43E6-A565-30D2D57DBEE9}" dt="2024-04-03T20:43:14.445" v="1746" actId="478"/>
          <ac:spMkLst>
            <pc:docMk/>
            <pc:sldMk cId="1016370066" sldId="576"/>
            <ac:spMk id="15" creationId="{00000000-0000-0000-0000-000000000000}"/>
          </ac:spMkLst>
        </pc:spChg>
        <pc:spChg chg="del">
          <ac:chgData name="Maged Elhamady" userId="3c668177-9cc3-4dff-81f9-13505a85a121" providerId="ADAL" clId="{75A4AED5-7F7E-43E6-A565-30D2D57DBEE9}" dt="2024-04-04T04:26:55.464" v="2123" actId="478"/>
          <ac:spMkLst>
            <pc:docMk/>
            <pc:sldMk cId="1016370066" sldId="576"/>
            <ac:spMk id="16" creationId="{00000000-0000-0000-0000-000000000000}"/>
          </ac:spMkLst>
        </pc:spChg>
        <pc:spChg chg="mod">
          <ac:chgData name="Maged Elhamady" userId="3c668177-9cc3-4dff-81f9-13505a85a121" providerId="ADAL" clId="{75A4AED5-7F7E-43E6-A565-30D2D57DBEE9}" dt="2024-04-04T10:49:55.861" v="4409" actId="1076"/>
          <ac:spMkLst>
            <pc:docMk/>
            <pc:sldMk cId="1016370066" sldId="576"/>
            <ac:spMk id="17" creationId="{00000000-0000-0000-0000-000000000000}"/>
          </ac:spMkLst>
        </pc:spChg>
        <pc:spChg chg="del">
          <ac:chgData name="Maged Elhamady" userId="3c668177-9cc3-4dff-81f9-13505a85a121" providerId="ADAL" clId="{75A4AED5-7F7E-43E6-A565-30D2D57DBEE9}" dt="2024-04-04T04:26:54.722" v="2122" actId="478"/>
          <ac:spMkLst>
            <pc:docMk/>
            <pc:sldMk cId="1016370066" sldId="576"/>
            <ac:spMk id="18" creationId="{00000000-0000-0000-0000-000000000000}"/>
          </ac:spMkLst>
        </pc:spChg>
        <pc:spChg chg="mod">
          <ac:chgData name="Maged Elhamady" userId="3c668177-9cc3-4dff-81f9-13505a85a121" providerId="ADAL" clId="{75A4AED5-7F7E-43E6-A565-30D2D57DBEE9}" dt="2024-04-04T10:49:55.861" v="4409" actId="1076"/>
          <ac:spMkLst>
            <pc:docMk/>
            <pc:sldMk cId="1016370066" sldId="576"/>
            <ac:spMk id="19" creationId="{00000000-0000-0000-0000-000000000000}"/>
          </ac:spMkLst>
        </pc:spChg>
        <pc:spChg chg="del">
          <ac:chgData name="Maged Elhamady" userId="3c668177-9cc3-4dff-81f9-13505a85a121" providerId="ADAL" clId="{75A4AED5-7F7E-43E6-A565-30D2D57DBEE9}" dt="2024-04-04T04:26:53.499" v="2121" actId="478"/>
          <ac:spMkLst>
            <pc:docMk/>
            <pc:sldMk cId="1016370066" sldId="576"/>
            <ac:spMk id="20" creationId="{00000000-0000-0000-0000-000000000000}"/>
          </ac:spMkLst>
        </pc:spChg>
        <pc:spChg chg="mod">
          <ac:chgData name="Maged Elhamady" userId="3c668177-9cc3-4dff-81f9-13505a85a121" providerId="ADAL" clId="{75A4AED5-7F7E-43E6-A565-30D2D57DBEE9}" dt="2024-04-04T10:49:55.861" v="4409" actId="1076"/>
          <ac:spMkLst>
            <pc:docMk/>
            <pc:sldMk cId="1016370066" sldId="576"/>
            <ac:spMk id="21" creationId="{00000000-0000-0000-0000-000000000000}"/>
          </ac:spMkLst>
        </pc:spChg>
        <pc:spChg chg="del">
          <ac:chgData name="Maged Elhamady" userId="3c668177-9cc3-4dff-81f9-13505a85a121" providerId="ADAL" clId="{75A4AED5-7F7E-43E6-A565-30D2D57DBEE9}" dt="2024-04-04T04:26:52.255" v="2120" actId="478"/>
          <ac:spMkLst>
            <pc:docMk/>
            <pc:sldMk cId="1016370066" sldId="576"/>
            <ac:spMk id="22" creationId="{00000000-0000-0000-0000-000000000000}"/>
          </ac:spMkLst>
        </pc:spChg>
        <pc:spChg chg="mod">
          <ac:chgData name="Maged Elhamady" userId="3c668177-9cc3-4dff-81f9-13505a85a121" providerId="ADAL" clId="{75A4AED5-7F7E-43E6-A565-30D2D57DBEE9}" dt="2024-04-04T10:49:55.861" v="4409" actId="1076"/>
          <ac:spMkLst>
            <pc:docMk/>
            <pc:sldMk cId="1016370066" sldId="576"/>
            <ac:spMk id="23" creationId="{00000000-0000-0000-0000-000000000000}"/>
          </ac:spMkLst>
        </pc:spChg>
        <pc:spChg chg="del">
          <ac:chgData name="Maged Elhamady" userId="3c668177-9cc3-4dff-81f9-13505a85a121" providerId="ADAL" clId="{75A4AED5-7F7E-43E6-A565-30D2D57DBEE9}" dt="2024-04-04T04:26:51.364" v="2119" actId="478"/>
          <ac:spMkLst>
            <pc:docMk/>
            <pc:sldMk cId="1016370066" sldId="576"/>
            <ac:spMk id="24" creationId="{00000000-0000-0000-0000-000000000000}"/>
          </ac:spMkLst>
        </pc:spChg>
        <pc:spChg chg="mod">
          <ac:chgData name="Maged Elhamady" userId="3c668177-9cc3-4dff-81f9-13505a85a121" providerId="ADAL" clId="{75A4AED5-7F7E-43E6-A565-30D2D57DBEE9}" dt="2024-04-04T10:49:55.861" v="4409" actId="1076"/>
          <ac:spMkLst>
            <pc:docMk/>
            <pc:sldMk cId="1016370066" sldId="576"/>
            <ac:spMk id="25" creationId="{00000000-0000-0000-0000-000000000000}"/>
          </ac:spMkLst>
        </pc:spChg>
        <pc:spChg chg="mod">
          <ac:chgData name="Maged Elhamady" userId="3c668177-9cc3-4dff-81f9-13505a85a121" providerId="ADAL" clId="{75A4AED5-7F7E-43E6-A565-30D2D57DBEE9}" dt="2024-04-04T10:49:55.861" v="4409" actId="1076"/>
          <ac:spMkLst>
            <pc:docMk/>
            <pc:sldMk cId="1016370066" sldId="576"/>
            <ac:spMk id="27" creationId="{6BD509AE-008D-8BF2-25C3-517E42F81E89}"/>
          </ac:spMkLst>
        </pc:spChg>
        <pc:spChg chg="mod">
          <ac:chgData name="Maged Elhamady" userId="3c668177-9cc3-4dff-81f9-13505a85a121" providerId="ADAL" clId="{75A4AED5-7F7E-43E6-A565-30D2D57DBEE9}" dt="2024-04-04T10:49:55.861" v="4409" actId="1076"/>
          <ac:spMkLst>
            <pc:docMk/>
            <pc:sldMk cId="1016370066" sldId="576"/>
            <ac:spMk id="28" creationId="{3BB465A1-68AE-5D36-0935-43DCA69711E8}"/>
          </ac:spMkLst>
        </pc:spChg>
        <pc:spChg chg="mod">
          <ac:chgData name="Maged Elhamady" userId="3c668177-9cc3-4dff-81f9-13505a85a121" providerId="ADAL" clId="{75A4AED5-7F7E-43E6-A565-30D2D57DBEE9}" dt="2024-04-04T10:49:55.861" v="4409" actId="1076"/>
          <ac:spMkLst>
            <pc:docMk/>
            <pc:sldMk cId="1016370066" sldId="576"/>
            <ac:spMk id="29" creationId="{16BCCBBB-CB39-D1EB-2B86-7E3BA29F884F}"/>
          </ac:spMkLst>
        </pc:spChg>
        <pc:spChg chg="mod">
          <ac:chgData name="Maged Elhamady" userId="3c668177-9cc3-4dff-81f9-13505a85a121" providerId="ADAL" clId="{75A4AED5-7F7E-43E6-A565-30D2D57DBEE9}" dt="2024-04-04T10:49:55.861" v="4409" actId="1076"/>
          <ac:spMkLst>
            <pc:docMk/>
            <pc:sldMk cId="1016370066" sldId="576"/>
            <ac:spMk id="30" creationId="{CAC25C43-887B-E374-7FA0-5F3BDD09006D}"/>
          </ac:spMkLst>
        </pc:spChg>
        <pc:spChg chg="mod">
          <ac:chgData name="Maged Elhamady" userId="3c668177-9cc3-4dff-81f9-13505a85a121" providerId="ADAL" clId="{75A4AED5-7F7E-43E6-A565-30D2D57DBEE9}" dt="2024-04-04T10:49:55.861" v="4409" actId="1076"/>
          <ac:spMkLst>
            <pc:docMk/>
            <pc:sldMk cId="1016370066" sldId="576"/>
            <ac:spMk id="31" creationId="{C527F8D5-91CC-A9EF-A3EA-1118E3C78620}"/>
          </ac:spMkLst>
        </pc:spChg>
        <pc:spChg chg="del">
          <ac:chgData name="Maged Elhamady" userId="3c668177-9cc3-4dff-81f9-13505a85a121" providerId="ADAL" clId="{75A4AED5-7F7E-43E6-A565-30D2D57DBEE9}" dt="2024-04-03T20:43:13.062" v="1745" actId="478"/>
          <ac:spMkLst>
            <pc:docMk/>
            <pc:sldMk cId="1016370066" sldId="576"/>
            <ac:spMk id="32" creationId="{FC3D8FFE-AEDC-8F60-C2D5-68BE1949EF28}"/>
          </ac:spMkLst>
        </pc:spChg>
        <pc:spChg chg="del">
          <ac:chgData name="Maged Elhamady" userId="3c668177-9cc3-4dff-81f9-13505a85a121" providerId="ADAL" clId="{75A4AED5-7F7E-43E6-A565-30D2D57DBEE9}" dt="2024-04-03T20:43:13.062" v="1745" actId="478"/>
          <ac:spMkLst>
            <pc:docMk/>
            <pc:sldMk cId="1016370066" sldId="576"/>
            <ac:spMk id="33" creationId="{5A283C79-224E-179D-2135-611FAB1814D5}"/>
          </ac:spMkLst>
        </pc:spChg>
      </pc:sldChg>
      <pc:sldChg chg="addSp delSp modSp add del mod">
        <pc:chgData name="Maged Elhamady" userId="3c668177-9cc3-4dff-81f9-13505a85a121" providerId="ADAL" clId="{75A4AED5-7F7E-43E6-A565-30D2D57DBEE9}" dt="2024-04-03T20:43:33.257" v="1749" actId="47"/>
        <pc:sldMkLst>
          <pc:docMk/>
          <pc:sldMk cId="786788524" sldId="577"/>
        </pc:sldMkLst>
        <pc:spChg chg="add del mod">
          <ac:chgData name="Maged Elhamady" userId="3c668177-9cc3-4dff-81f9-13505a85a121" providerId="ADAL" clId="{75A4AED5-7F7E-43E6-A565-30D2D57DBEE9}" dt="2024-04-01T08:24:48.729" v="1192" actId="22"/>
          <ac:spMkLst>
            <pc:docMk/>
            <pc:sldMk cId="786788524" sldId="577"/>
            <ac:spMk id="3" creationId="{7428EC64-51A0-78B8-EA30-F25342BB7FD4}"/>
          </ac:spMkLst>
        </pc:spChg>
        <pc:spChg chg="mod">
          <ac:chgData name="Maged Elhamady" userId="3c668177-9cc3-4dff-81f9-13505a85a121" providerId="ADAL" clId="{75A4AED5-7F7E-43E6-A565-30D2D57DBEE9}" dt="2024-04-01T08:23:52.320" v="1190" actId="20577"/>
          <ac:spMkLst>
            <pc:docMk/>
            <pc:sldMk cId="786788524" sldId="577"/>
            <ac:spMk id="4" creationId="{00000000-0000-0000-0000-000000000000}"/>
          </ac:spMkLst>
        </pc:spChg>
        <pc:picChg chg="add mod ord">
          <ac:chgData name="Maged Elhamady" userId="3c668177-9cc3-4dff-81f9-13505a85a121" providerId="ADAL" clId="{75A4AED5-7F7E-43E6-A565-30D2D57DBEE9}" dt="2024-04-01T08:24:48.729" v="1192" actId="22"/>
          <ac:picMkLst>
            <pc:docMk/>
            <pc:sldMk cId="786788524" sldId="577"/>
            <ac:picMk id="6" creationId="{48E729D2-9B31-810A-D9B7-9B6C4BA22B65}"/>
          </ac:picMkLst>
        </pc:picChg>
        <pc:picChg chg="del">
          <ac:chgData name="Maged Elhamady" userId="3c668177-9cc3-4dff-81f9-13505a85a121" providerId="ADAL" clId="{75A4AED5-7F7E-43E6-A565-30D2D57DBEE9}" dt="2024-04-01T08:23:53.762" v="1191" actId="478"/>
          <ac:picMkLst>
            <pc:docMk/>
            <pc:sldMk cId="786788524" sldId="577"/>
            <ac:picMk id="9" creationId="{4F1A6463-7CE5-1EB5-3439-E042513A10C7}"/>
          </ac:picMkLst>
        </pc:picChg>
      </pc:sldChg>
      <pc:sldChg chg="addSp modSp add mod setBg modNotes">
        <pc:chgData name="Maged Elhamady" userId="3c668177-9cc3-4dff-81f9-13505a85a121" providerId="ADAL" clId="{75A4AED5-7F7E-43E6-A565-30D2D57DBEE9}" dt="2024-04-04T04:41:05.816" v="2461"/>
        <pc:sldMkLst>
          <pc:docMk/>
          <pc:sldMk cId="2162475610" sldId="578"/>
        </pc:sldMkLst>
        <pc:spChg chg="mod">
          <ac:chgData name="Maged Elhamady" userId="3c668177-9cc3-4dff-81f9-13505a85a121" providerId="ADAL" clId="{75A4AED5-7F7E-43E6-A565-30D2D57DBEE9}" dt="2024-04-03T20:02:56.185" v="1418" actId="1076"/>
          <ac:spMkLst>
            <pc:docMk/>
            <pc:sldMk cId="2162475610" sldId="578"/>
            <ac:spMk id="2" creationId="{00000000-0000-0000-0000-000000000000}"/>
          </ac:spMkLst>
        </pc:spChg>
        <pc:spChg chg="mod">
          <ac:chgData name="Maged Elhamady" userId="3c668177-9cc3-4dff-81f9-13505a85a121" providerId="ADAL" clId="{75A4AED5-7F7E-43E6-A565-30D2D57DBEE9}" dt="2024-04-03T20:02:56.185" v="1418" actId="1076"/>
          <ac:spMkLst>
            <pc:docMk/>
            <pc:sldMk cId="2162475610" sldId="578"/>
            <ac:spMk id="3" creationId="{00000000-0000-0000-0000-000000000000}"/>
          </ac:spMkLst>
        </pc:spChg>
        <pc:spChg chg="mod">
          <ac:chgData name="Maged Elhamady" userId="3c668177-9cc3-4dff-81f9-13505a85a121" providerId="ADAL" clId="{75A4AED5-7F7E-43E6-A565-30D2D57DBEE9}" dt="2024-04-03T20:03:04.990" v="1419" actId="14100"/>
          <ac:spMkLst>
            <pc:docMk/>
            <pc:sldMk cId="2162475610" sldId="578"/>
            <ac:spMk id="4" creationId="{00000000-0000-0000-0000-000000000000}"/>
          </ac:spMkLst>
        </pc:spChg>
        <pc:spChg chg="mod">
          <ac:chgData name="Maged Elhamady" userId="3c668177-9cc3-4dff-81f9-13505a85a121" providerId="ADAL" clId="{75A4AED5-7F7E-43E6-A565-30D2D57DBEE9}" dt="2024-04-03T20:03:04.990" v="1419" actId="14100"/>
          <ac:spMkLst>
            <pc:docMk/>
            <pc:sldMk cId="2162475610" sldId="578"/>
            <ac:spMk id="5" creationId="{00000000-0000-0000-0000-000000000000}"/>
          </ac:spMkLst>
        </pc:spChg>
        <pc:spChg chg="mod">
          <ac:chgData name="Maged Elhamady" userId="3c668177-9cc3-4dff-81f9-13505a85a121" providerId="ADAL" clId="{75A4AED5-7F7E-43E6-A565-30D2D57DBEE9}" dt="2024-04-03T19:37:31.796" v="1355" actId="20577"/>
          <ac:spMkLst>
            <pc:docMk/>
            <pc:sldMk cId="2162475610" sldId="578"/>
            <ac:spMk id="6" creationId="{00000000-0000-0000-0000-000000000000}"/>
          </ac:spMkLst>
        </pc:spChg>
        <pc:spChg chg="add mod">
          <ac:chgData name="Maged Elhamady" userId="3c668177-9cc3-4dff-81f9-13505a85a121" providerId="ADAL" clId="{75A4AED5-7F7E-43E6-A565-30D2D57DBEE9}" dt="2024-04-03T20:02:56.185" v="1418" actId="1076"/>
          <ac:spMkLst>
            <pc:docMk/>
            <pc:sldMk cId="2162475610" sldId="578"/>
            <ac:spMk id="7" creationId="{D58E42FE-BE25-9ECF-71CD-E9F048E7F1D3}"/>
          </ac:spMkLst>
        </pc:spChg>
        <pc:spChg chg="add mod">
          <ac:chgData name="Maged Elhamady" userId="3c668177-9cc3-4dff-81f9-13505a85a121" providerId="ADAL" clId="{75A4AED5-7F7E-43E6-A565-30D2D57DBEE9}" dt="2024-04-03T20:02:56.185" v="1418" actId="1076"/>
          <ac:spMkLst>
            <pc:docMk/>
            <pc:sldMk cId="2162475610" sldId="578"/>
            <ac:spMk id="8" creationId="{28F8183D-D8E1-33DB-8C13-6CEB15A0EF9F}"/>
          </ac:spMkLst>
        </pc:spChg>
        <pc:spChg chg="add mod">
          <ac:chgData name="Maged Elhamady" userId="3c668177-9cc3-4dff-81f9-13505a85a121" providerId="ADAL" clId="{75A4AED5-7F7E-43E6-A565-30D2D57DBEE9}" dt="2024-04-04T04:41:05.816" v="2461"/>
          <ac:spMkLst>
            <pc:docMk/>
            <pc:sldMk cId="2162475610" sldId="578"/>
            <ac:spMk id="9" creationId="{F742A77C-F7C2-3847-56AB-15BB70EA537A}"/>
          </ac:spMkLst>
        </pc:spChg>
      </pc:sldChg>
      <pc:sldChg chg="addSp delSp modSp new mod setBg">
        <pc:chgData name="Maged Elhamady" userId="3c668177-9cc3-4dff-81f9-13505a85a121" providerId="ADAL" clId="{75A4AED5-7F7E-43E6-A565-30D2D57DBEE9}" dt="2024-04-16T16:42:11.399" v="5411" actId="26606"/>
        <pc:sldMkLst>
          <pc:docMk/>
          <pc:sldMk cId="3768788016" sldId="579"/>
        </pc:sldMkLst>
        <pc:spChg chg="add del mod">
          <ac:chgData name="Maged Elhamady" userId="3c668177-9cc3-4dff-81f9-13505a85a121" providerId="ADAL" clId="{75A4AED5-7F7E-43E6-A565-30D2D57DBEE9}" dt="2024-04-03T20:29:32.992" v="1675" actId="478"/>
          <ac:spMkLst>
            <pc:docMk/>
            <pc:sldMk cId="3768788016" sldId="579"/>
            <ac:spMk id="5" creationId="{8C4A635E-3BEC-23E2-E3D8-3EAC8928F530}"/>
          </ac:spMkLst>
        </pc:spChg>
        <pc:spChg chg="add del">
          <ac:chgData name="Maged Elhamady" userId="3c668177-9cc3-4dff-81f9-13505a85a121" providerId="ADAL" clId="{75A4AED5-7F7E-43E6-A565-30D2D57DBEE9}" dt="2024-04-03T20:28:57.047" v="1658" actId="26606"/>
          <ac:spMkLst>
            <pc:docMk/>
            <pc:sldMk cId="3768788016" sldId="579"/>
            <ac:spMk id="6" creationId="{5D9FC6AC-4A12-4825-8ABE-0732B8EF4D16}"/>
          </ac:spMkLst>
        </pc:spChg>
        <pc:spChg chg="add del">
          <ac:chgData name="Maged Elhamady" userId="3c668177-9cc3-4dff-81f9-13505a85a121" providerId="ADAL" clId="{75A4AED5-7F7E-43E6-A565-30D2D57DBEE9}" dt="2024-04-03T20:28:59.654" v="1664" actId="26606"/>
          <ac:spMkLst>
            <pc:docMk/>
            <pc:sldMk cId="3768788016" sldId="579"/>
            <ac:spMk id="7" creationId="{AB8C311F-7253-4AED-9701-7FC0708C41C7}"/>
          </ac:spMkLst>
        </pc:spChg>
        <pc:spChg chg="add del">
          <ac:chgData name="Maged Elhamady" userId="3c668177-9cc3-4dff-81f9-13505a85a121" providerId="ADAL" clId="{75A4AED5-7F7E-43E6-A565-30D2D57DBEE9}" dt="2024-04-03T20:28:58.131" v="1660" actId="26606"/>
          <ac:spMkLst>
            <pc:docMk/>
            <pc:sldMk cId="3768788016" sldId="579"/>
            <ac:spMk id="8" creationId="{63644BFD-D22E-4019-B666-387DA51AEAFD}"/>
          </ac:spMkLst>
        </pc:spChg>
        <pc:spChg chg="add del">
          <ac:chgData name="Maged Elhamady" userId="3c668177-9cc3-4dff-81f9-13505a85a121" providerId="ADAL" clId="{75A4AED5-7F7E-43E6-A565-30D2D57DBEE9}" dt="2024-04-03T20:28:59.654" v="1664" actId="26606"/>
          <ac:spMkLst>
            <pc:docMk/>
            <pc:sldMk cId="3768788016" sldId="579"/>
            <ac:spMk id="10" creationId="{E2384209-CB15-4CDF-9D31-C44FD9A3F20D}"/>
          </ac:spMkLst>
        </pc:spChg>
        <pc:spChg chg="add del">
          <ac:chgData name="Maged Elhamady" userId="3c668177-9cc3-4dff-81f9-13505a85a121" providerId="ADAL" clId="{75A4AED5-7F7E-43E6-A565-30D2D57DBEE9}" dt="2024-04-03T20:28:59.654" v="1664" actId="26606"/>
          <ac:spMkLst>
            <pc:docMk/>
            <pc:sldMk cId="3768788016" sldId="579"/>
            <ac:spMk id="12" creationId="{A8D57A06-A426-446D-B02C-A2DC6B62E45E}"/>
          </ac:spMkLst>
        </pc:spChg>
        <pc:spChg chg="add del">
          <ac:chgData name="Maged Elhamady" userId="3c668177-9cc3-4dff-81f9-13505a85a121" providerId="ADAL" clId="{75A4AED5-7F7E-43E6-A565-30D2D57DBEE9}" dt="2024-04-03T20:28:59.654" v="1664" actId="26606"/>
          <ac:spMkLst>
            <pc:docMk/>
            <pc:sldMk cId="3768788016" sldId="579"/>
            <ac:spMk id="13" creationId="{2633B3B5-CC90-43F0-8714-D31D1F3F0209}"/>
          </ac:spMkLst>
        </pc:spChg>
        <pc:spChg chg="add del">
          <ac:chgData name="Maged Elhamady" userId="3c668177-9cc3-4dff-81f9-13505a85a121" providerId="ADAL" clId="{75A4AED5-7F7E-43E6-A565-30D2D57DBEE9}" dt="2024-04-03T20:28:58.131" v="1660" actId="26606"/>
          <ac:spMkLst>
            <pc:docMk/>
            <pc:sldMk cId="3768788016" sldId="579"/>
            <ac:spMk id="15" creationId="{3776B14B-F2F4-4825-8DA8-8C7A0F2B3960}"/>
          </ac:spMkLst>
        </pc:spChg>
        <pc:spChg chg="add del">
          <ac:chgData name="Maged Elhamady" userId="3c668177-9cc3-4dff-81f9-13505a85a121" providerId="ADAL" clId="{75A4AED5-7F7E-43E6-A565-30D2D57DBEE9}" dt="2024-04-03T20:29:01.227" v="1666" actId="26606"/>
          <ac:spMkLst>
            <pc:docMk/>
            <pc:sldMk cId="3768788016" sldId="579"/>
            <ac:spMk id="16" creationId="{F3060C83-F051-4F0E-ABAD-AA0DFC48B218}"/>
          </ac:spMkLst>
        </pc:spChg>
        <pc:spChg chg="add del">
          <ac:chgData name="Maged Elhamady" userId="3c668177-9cc3-4dff-81f9-13505a85a121" providerId="ADAL" clId="{75A4AED5-7F7E-43E6-A565-30D2D57DBEE9}" dt="2024-04-03T20:29:01.227" v="1666" actId="26606"/>
          <ac:spMkLst>
            <pc:docMk/>
            <pc:sldMk cId="3768788016" sldId="579"/>
            <ac:spMk id="17" creationId="{9A97C86A-04D6-40F7-AE84-31AB43E6A846}"/>
          </ac:spMkLst>
        </pc:spChg>
        <pc:spChg chg="add del">
          <ac:chgData name="Maged Elhamady" userId="3c668177-9cc3-4dff-81f9-13505a85a121" providerId="ADAL" clId="{75A4AED5-7F7E-43E6-A565-30D2D57DBEE9}" dt="2024-04-03T20:29:01.227" v="1666" actId="26606"/>
          <ac:spMkLst>
            <pc:docMk/>
            <pc:sldMk cId="3768788016" sldId="579"/>
            <ac:spMk id="18" creationId="{83C98ABE-055B-441F-B07E-44F97F083C39}"/>
          </ac:spMkLst>
        </pc:spChg>
        <pc:spChg chg="add del">
          <ac:chgData name="Maged Elhamady" userId="3c668177-9cc3-4dff-81f9-13505a85a121" providerId="ADAL" clId="{75A4AED5-7F7E-43E6-A565-30D2D57DBEE9}" dt="2024-04-03T20:29:01.227" v="1666" actId="26606"/>
          <ac:spMkLst>
            <pc:docMk/>
            <pc:sldMk cId="3768788016" sldId="579"/>
            <ac:spMk id="19" creationId="{FF9F2414-84E8-453E-B1F3-389FDE8192D9}"/>
          </ac:spMkLst>
        </pc:spChg>
        <pc:spChg chg="add del">
          <ac:chgData name="Maged Elhamady" userId="3c668177-9cc3-4dff-81f9-13505a85a121" providerId="ADAL" clId="{75A4AED5-7F7E-43E6-A565-30D2D57DBEE9}" dt="2024-04-03T20:29:01.227" v="1666" actId="26606"/>
          <ac:spMkLst>
            <pc:docMk/>
            <pc:sldMk cId="3768788016" sldId="579"/>
            <ac:spMk id="20" creationId="{29FDB030-9B49-4CED-8CCD-4D99382388AC}"/>
          </ac:spMkLst>
        </pc:spChg>
        <pc:spChg chg="add del">
          <ac:chgData name="Maged Elhamady" userId="3c668177-9cc3-4dff-81f9-13505a85a121" providerId="ADAL" clId="{75A4AED5-7F7E-43E6-A565-30D2D57DBEE9}" dt="2024-04-03T20:29:01.227" v="1666" actId="26606"/>
          <ac:spMkLst>
            <pc:docMk/>
            <pc:sldMk cId="3768788016" sldId="579"/>
            <ac:spMk id="21" creationId="{3ECA69A1-7536-43AC-85EF-C7106179F5ED}"/>
          </ac:spMkLst>
        </pc:spChg>
        <pc:spChg chg="add del">
          <ac:chgData name="Maged Elhamady" userId="3c668177-9cc3-4dff-81f9-13505a85a121" providerId="ADAL" clId="{75A4AED5-7F7E-43E6-A565-30D2D57DBEE9}" dt="2024-04-03T20:29:01.227" v="1666" actId="26606"/>
          <ac:spMkLst>
            <pc:docMk/>
            <pc:sldMk cId="3768788016" sldId="579"/>
            <ac:spMk id="22" creationId="{3783CA14-24A1-485C-8B30-D6A5D87987AD}"/>
          </ac:spMkLst>
        </pc:spChg>
        <pc:spChg chg="add del">
          <ac:chgData name="Maged Elhamady" userId="3c668177-9cc3-4dff-81f9-13505a85a121" providerId="ADAL" clId="{75A4AED5-7F7E-43E6-A565-30D2D57DBEE9}" dt="2024-04-03T20:31:35.205" v="1679" actId="26606"/>
          <ac:spMkLst>
            <pc:docMk/>
            <pc:sldMk cId="3768788016" sldId="579"/>
            <ac:spMk id="24" creationId="{42A4FC2C-047E-45A5-965D-8E1E3BF09BC6}"/>
          </ac:spMkLst>
        </pc:spChg>
        <pc:spChg chg="add del">
          <ac:chgData name="Maged Elhamady" userId="3c668177-9cc3-4dff-81f9-13505a85a121" providerId="ADAL" clId="{75A4AED5-7F7E-43E6-A565-30D2D57DBEE9}" dt="2024-04-03T20:32:24.297" v="1682" actId="26606"/>
          <ac:spMkLst>
            <pc:docMk/>
            <pc:sldMk cId="3768788016" sldId="579"/>
            <ac:spMk id="29" creationId="{42A4FC2C-047E-45A5-965D-8E1E3BF09BC6}"/>
          </ac:spMkLst>
        </pc:spChg>
        <pc:spChg chg="add del">
          <ac:chgData name="Maged Elhamady" userId="3c668177-9cc3-4dff-81f9-13505a85a121" providerId="ADAL" clId="{75A4AED5-7F7E-43E6-A565-30D2D57DBEE9}" dt="2024-04-16T16:42:11.399" v="5411" actId="26606"/>
          <ac:spMkLst>
            <pc:docMk/>
            <pc:sldMk cId="3768788016" sldId="579"/>
            <ac:spMk id="34" creationId="{42A4FC2C-047E-45A5-965D-8E1E3BF09BC6}"/>
          </ac:spMkLst>
        </pc:spChg>
        <pc:spChg chg="add">
          <ac:chgData name="Maged Elhamady" userId="3c668177-9cc3-4dff-81f9-13505a85a121" providerId="ADAL" clId="{75A4AED5-7F7E-43E6-A565-30D2D57DBEE9}" dt="2024-04-16T16:42:11.399" v="5411" actId="26606"/>
          <ac:spMkLst>
            <pc:docMk/>
            <pc:sldMk cId="3768788016" sldId="579"/>
            <ac:spMk id="39" creationId="{42A4FC2C-047E-45A5-965D-8E1E3BF09BC6}"/>
          </ac:spMkLst>
        </pc:spChg>
        <pc:grpChg chg="add del">
          <ac:chgData name="Maged Elhamady" userId="3c668177-9cc3-4dff-81f9-13505a85a121" providerId="ADAL" clId="{75A4AED5-7F7E-43E6-A565-30D2D57DBEE9}" dt="2024-04-03T20:28:55.523" v="1654" actId="26606"/>
          <ac:grpSpMkLst>
            <pc:docMk/>
            <pc:sldMk cId="3768788016" sldId="579"/>
            <ac:grpSpMk id="9" creationId="{723C66ED-DBBF-12CA-7F5E-813E0E7D036A}"/>
          </ac:grpSpMkLst>
        </pc:grpChg>
        <pc:grpChg chg="add del">
          <ac:chgData name="Maged Elhamady" userId="3c668177-9cc3-4dff-81f9-13505a85a121" providerId="ADAL" clId="{75A4AED5-7F7E-43E6-A565-30D2D57DBEE9}" dt="2024-04-03T20:28:58.131" v="1660" actId="26606"/>
          <ac:grpSpMkLst>
            <pc:docMk/>
            <pc:sldMk cId="3768788016" sldId="579"/>
            <ac:grpSpMk id="11" creationId="{5FE9FE4C-C9E0-4C54-8010-EA9D29CD4D59}"/>
          </ac:grpSpMkLst>
        </pc:grpChg>
        <pc:graphicFrameChg chg="add del mod">
          <ac:chgData name="Maged Elhamady" userId="3c668177-9cc3-4dff-81f9-13505a85a121" providerId="ADAL" clId="{75A4AED5-7F7E-43E6-A565-30D2D57DBEE9}" dt="2024-04-03T20:26:31.814" v="1650" actId="478"/>
          <ac:graphicFrameMkLst>
            <pc:docMk/>
            <pc:sldMk cId="3768788016" sldId="579"/>
            <ac:graphicFrameMk id="2" creationId="{2DF97B79-7C90-478D-0BDD-FF17F88369B6}"/>
          </ac:graphicFrameMkLst>
        </pc:graphicFrameChg>
        <pc:picChg chg="add mod">
          <ac:chgData name="Maged Elhamady" userId="3c668177-9cc3-4dff-81f9-13505a85a121" providerId="ADAL" clId="{75A4AED5-7F7E-43E6-A565-30D2D57DBEE9}" dt="2024-04-16T16:42:11.399" v="5411" actId="26606"/>
          <ac:picMkLst>
            <pc:docMk/>
            <pc:sldMk cId="3768788016" sldId="579"/>
            <ac:picMk id="3" creationId="{17191A57-03C6-FC75-4C4B-32D469AE39E0}"/>
          </ac:picMkLst>
        </pc:picChg>
        <pc:picChg chg="add del mod">
          <ac:chgData name="Maged Elhamady" userId="3c668177-9cc3-4dff-81f9-13505a85a121" providerId="ADAL" clId="{75A4AED5-7F7E-43E6-A565-30D2D57DBEE9}" dt="2024-04-03T20:29:30.297" v="1674" actId="478"/>
          <ac:picMkLst>
            <pc:docMk/>
            <pc:sldMk cId="3768788016" sldId="579"/>
            <ac:picMk id="4" creationId="{D866CD17-DF79-82CD-63DB-57F6273BBFFE}"/>
          </ac:picMkLst>
        </pc:picChg>
        <pc:picChg chg="add del mod">
          <ac:chgData name="Maged Elhamady" userId="3c668177-9cc3-4dff-81f9-13505a85a121" providerId="ADAL" clId="{75A4AED5-7F7E-43E6-A565-30D2D57DBEE9}" dt="2024-04-03T20:32:20.751" v="1680" actId="478"/>
          <ac:picMkLst>
            <pc:docMk/>
            <pc:sldMk cId="3768788016" sldId="579"/>
            <ac:picMk id="23" creationId="{5D875FD9-6994-C132-C633-03B93C2A5493}"/>
          </ac:picMkLst>
        </pc:picChg>
        <pc:picChg chg="add del mod">
          <ac:chgData name="Maged Elhamady" userId="3c668177-9cc3-4dff-81f9-13505a85a121" providerId="ADAL" clId="{75A4AED5-7F7E-43E6-A565-30D2D57DBEE9}" dt="2024-04-16T16:42:03.594" v="5407" actId="478"/>
          <ac:picMkLst>
            <pc:docMk/>
            <pc:sldMk cId="3768788016" sldId="579"/>
            <ac:picMk id="26" creationId="{65309023-B26B-6AFD-967B-CA370814E072}"/>
          </ac:picMkLst>
        </pc:picChg>
      </pc:sldChg>
      <pc:sldChg chg="addSp delSp modSp add mod ord setBg setClrOvrMap modNotes">
        <pc:chgData name="Maged Elhamady" userId="3c668177-9cc3-4dff-81f9-13505a85a121" providerId="ADAL" clId="{75A4AED5-7F7E-43E6-A565-30D2D57DBEE9}" dt="2024-04-16T16:45:07.561" v="5484" actId="403"/>
        <pc:sldMkLst>
          <pc:docMk/>
          <pc:sldMk cId="3727895765" sldId="580"/>
        </pc:sldMkLst>
        <pc:spChg chg="del">
          <ac:chgData name="Maged Elhamady" userId="3c668177-9cc3-4dff-81f9-13505a85a121" providerId="ADAL" clId="{75A4AED5-7F7E-43E6-A565-30D2D57DBEE9}" dt="2024-04-03T20:33:15.395" v="1684" actId="478"/>
          <ac:spMkLst>
            <pc:docMk/>
            <pc:sldMk cId="3727895765" sldId="580"/>
            <ac:spMk id="2" creationId="{00000000-0000-0000-0000-000000000000}"/>
          </ac:spMkLst>
        </pc:spChg>
        <pc:spChg chg="del">
          <ac:chgData name="Maged Elhamady" userId="3c668177-9cc3-4dff-81f9-13505a85a121" providerId="ADAL" clId="{75A4AED5-7F7E-43E6-A565-30D2D57DBEE9}" dt="2024-04-03T20:33:17.035" v="1685" actId="478"/>
          <ac:spMkLst>
            <pc:docMk/>
            <pc:sldMk cId="3727895765" sldId="580"/>
            <ac:spMk id="3" creationId="{00000000-0000-0000-0000-000000000000}"/>
          </ac:spMkLst>
        </pc:spChg>
        <pc:spChg chg="mod ord">
          <ac:chgData name="Maged Elhamady" userId="3c668177-9cc3-4dff-81f9-13505a85a121" providerId="ADAL" clId="{75A4AED5-7F7E-43E6-A565-30D2D57DBEE9}" dt="2024-04-16T16:45:07.561" v="5484" actId="403"/>
          <ac:spMkLst>
            <pc:docMk/>
            <pc:sldMk cId="3727895765" sldId="580"/>
            <ac:spMk id="4" creationId="{00000000-0000-0000-0000-000000000000}"/>
          </ac:spMkLst>
        </pc:spChg>
        <pc:spChg chg="add del">
          <ac:chgData name="Maged Elhamady" userId="3c668177-9cc3-4dff-81f9-13505a85a121" providerId="ADAL" clId="{75A4AED5-7F7E-43E6-A565-30D2D57DBEE9}" dt="2024-04-03T20:41:11.777" v="1701" actId="26606"/>
          <ac:spMkLst>
            <pc:docMk/>
            <pc:sldMk cId="3727895765" sldId="580"/>
            <ac:spMk id="12" creationId="{522A94E1-AEBD-4286-BFF8-0711E4CD3E3B}"/>
          </ac:spMkLst>
        </pc:spChg>
        <pc:spChg chg="add del">
          <ac:chgData name="Maged Elhamady" userId="3c668177-9cc3-4dff-81f9-13505a85a121" providerId="ADAL" clId="{75A4AED5-7F7E-43E6-A565-30D2D57DBEE9}" dt="2024-04-03T20:41:30.682" v="1703" actId="26606"/>
          <ac:spMkLst>
            <pc:docMk/>
            <pc:sldMk cId="3727895765" sldId="580"/>
            <ac:spMk id="14" creationId="{71B2258F-86CA-4D4D-8270-BC05FCDEBFB3}"/>
          </ac:spMkLst>
        </pc:spChg>
        <pc:spChg chg="add del">
          <ac:chgData name="Maged Elhamady" userId="3c668177-9cc3-4dff-81f9-13505a85a121" providerId="ADAL" clId="{75A4AED5-7F7E-43E6-A565-30D2D57DBEE9}" dt="2024-04-03T20:41:37.002" v="1705" actId="26606"/>
          <ac:spMkLst>
            <pc:docMk/>
            <pc:sldMk cId="3727895765" sldId="580"/>
            <ac:spMk id="17" creationId="{37C89E4B-3C9F-44B9-8B86-D9E3D112D8EC}"/>
          </ac:spMkLst>
        </pc:spChg>
        <pc:spChg chg="add del">
          <ac:chgData name="Maged Elhamady" userId="3c668177-9cc3-4dff-81f9-13505a85a121" providerId="ADAL" clId="{75A4AED5-7F7E-43E6-A565-30D2D57DBEE9}" dt="2024-04-03T20:41:56.302" v="1711" actId="26606"/>
          <ac:spMkLst>
            <pc:docMk/>
            <pc:sldMk cId="3727895765" sldId="580"/>
            <ac:spMk id="20" creationId="{A414F261-E931-45CB-8605-20FFD6826336}"/>
          </ac:spMkLst>
        </pc:spChg>
        <pc:spChg chg="add del">
          <ac:chgData name="Maged Elhamady" userId="3c668177-9cc3-4dff-81f9-13505a85a121" providerId="ADAL" clId="{75A4AED5-7F7E-43E6-A565-30D2D57DBEE9}" dt="2024-04-03T20:41:56.299" v="1710" actId="26606"/>
          <ac:spMkLst>
            <pc:docMk/>
            <pc:sldMk cId="3727895765" sldId="580"/>
            <ac:spMk id="27" creationId="{4D4677D2-D5AC-4CF9-9EED-2B89D0A1C212}"/>
          </ac:spMkLst>
        </pc:spChg>
        <pc:spChg chg="add del">
          <ac:chgData name="Maged Elhamady" userId="3c668177-9cc3-4dff-81f9-13505a85a121" providerId="ADAL" clId="{75A4AED5-7F7E-43E6-A565-30D2D57DBEE9}" dt="2024-04-03T20:41:56.299" v="1710" actId="26606"/>
          <ac:spMkLst>
            <pc:docMk/>
            <pc:sldMk cId="3727895765" sldId="580"/>
            <ac:spMk id="29" creationId="{C6D54F7E-825A-4BBA-815F-35CCA8B97786}"/>
          </ac:spMkLst>
        </pc:spChg>
        <pc:spChg chg="add del">
          <ac:chgData name="Maged Elhamady" userId="3c668177-9cc3-4dff-81f9-13505a85a121" providerId="ADAL" clId="{75A4AED5-7F7E-43E6-A565-30D2D57DBEE9}" dt="2024-04-16T16:44:50.577" v="5460" actId="26606"/>
          <ac:spMkLst>
            <pc:docMk/>
            <pc:sldMk cId="3727895765" sldId="580"/>
            <ac:spMk id="31" creationId="{7DA3C418-758E-4180-A5D0-8655D6804587}"/>
          </ac:spMkLst>
        </pc:spChg>
        <pc:spChg chg="add del">
          <ac:chgData name="Maged Elhamady" userId="3c668177-9cc3-4dff-81f9-13505a85a121" providerId="ADAL" clId="{75A4AED5-7F7E-43E6-A565-30D2D57DBEE9}" dt="2024-04-16T16:44:50.577" v="5460" actId="26606"/>
          <ac:spMkLst>
            <pc:docMk/>
            <pc:sldMk cId="3727895765" sldId="580"/>
            <ac:spMk id="32" creationId="{28C8EF06-5EC3-4883-AFAF-D74FF46550FB}"/>
          </ac:spMkLst>
        </pc:spChg>
        <pc:spChg chg="add del">
          <ac:chgData name="Maged Elhamady" userId="3c668177-9cc3-4dff-81f9-13505a85a121" providerId="ADAL" clId="{75A4AED5-7F7E-43E6-A565-30D2D57DBEE9}" dt="2024-04-16T16:44:44.583" v="5455" actId="26606"/>
          <ac:spMkLst>
            <pc:docMk/>
            <pc:sldMk cId="3727895765" sldId="580"/>
            <ac:spMk id="34" creationId="{155D7866-985D-4D23-BF0E-72CA30F5C7E9}"/>
          </ac:spMkLst>
        </pc:spChg>
        <pc:spChg chg="add del">
          <ac:chgData name="Maged Elhamady" userId="3c668177-9cc3-4dff-81f9-13505a85a121" providerId="ADAL" clId="{75A4AED5-7F7E-43E6-A565-30D2D57DBEE9}" dt="2024-04-16T16:44:44.583" v="5455" actId="26606"/>
          <ac:spMkLst>
            <pc:docMk/>
            <pc:sldMk cId="3727895765" sldId="580"/>
            <ac:spMk id="35" creationId="{0ADDB668-2CA4-4D2B-9C34-3487CA330BA8}"/>
          </ac:spMkLst>
        </pc:spChg>
        <pc:spChg chg="add del">
          <ac:chgData name="Maged Elhamady" userId="3c668177-9cc3-4dff-81f9-13505a85a121" providerId="ADAL" clId="{75A4AED5-7F7E-43E6-A565-30D2D57DBEE9}" dt="2024-04-16T16:44:44.583" v="5455" actId="26606"/>
          <ac:spMkLst>
            <pc:docMk/>
            <pc:sldMk cId="3727895765" sldId="580"/>
            <ac:spMk id="36" creationId="{2568BC19-F052-4108-93E1-6A3D1DEC072F}"/>
          </ac:spMkLst>
        </pc:spChg>
        <pc:spChg chg="add del">
          <ac:chgData name="Maged Elhamady" userId="3c668177-9cc3-4dff-81f9-13505a85a121" providerId="ADAL" clId="{75A4AED5-7F7E-43E6-A565-30D2D57DBEE9}" dt="2024-04-16T16:44:20.159" v="5439" actId="26606"/>
          <ac:spMkLst>
            <pc:docMk/>
            <pc:sldMk cId="3727895765" sldId="580"/>
            <ac:spMk id="37" creationId="{37C89E4B-3C9F-44B9-8B86-D9E3D112D8EC}"/>
          </ac:spMkLst>
        </pc:spChg>
        <pc:spChg chg="add del">
          <ac:chgData name="Maged Elhamady" userId="3c668177-9cc3-4dff-81f9-13505a85a121" providerId="ADAL" clId="{75A4AED5-7F7E-43E6-A565-30D2D57DBEE9}" dt="2024-04-16T16:44:44.583" v="5455" actId="26606"/>
          <ac:spMkLst>
            <pc:docMk/>
            <pc:sldMk cId="3727895765" sldId="580"/>
            <ac:spMk id="38" creationId="{D5FD337D-4D6B-4C8B-B6F5-121097E09881}"/>
          </ac:spMkLst>
        </pc:spChg>
        <pc:spChg chg="add del">
          <ac:chgData name="Maged Elhamady" userId="3c668177-9cc3-4dff-81f9-13505a85a121" providerId="ADAL" clId="{75A4AED5-7F7E-43E6-A565-30D2D57DBEE9}" dt="2024-04-16T16:44:48.803" v="5457" actId="26606"/>
          <ac:spMkLst>
            <pc:docMk/>
            <pc:sldMk cId="3727895765" sldId="580"/>
            <ac:spMk id="40" creationId="{C3896A03-3945-419A-B66B-4EE266EDD152}"/>
          </ac:spMkLst>
        </pc:spChg>
        <pc:spChg chg="add del">
          <ac:chgData name="Maged Elhamady" userId="3c668177-9cc3-4dff-81f9-13505a85a121" providerId="ADAL" clId="{75A4AED5-7F7E-43E6-A565-30D2D57DBEE9}" dt="2024-04-16T16:44:48.803" v="5457" actId="26606"/>
          <ac:spMkLst>
            <pc:docMk/>
            <pc:sldMk cId="3727895765" sldId="580"/>
            <ac:spMk id="42" creationId="{B34F5AD2-EDBD-4BBD-A55C-EAFFD0C7097A}"/>
          </ac:spMkLst>
        </pc:spChg>
        <pc:spChg chg="add del">
          <ac:chgData name="Maged Elhamady" userId="3c668177-9cc3-4dff-81f9-13505a85a121" providerId="ADAL" clId="{75A4AED5-7F7E-43E6-A565-30D2D57DBEE9}" dt="2024-04-16T16:44:21.901" v="5441" actId="26606"/>
          <ac:spMkLst>
            <pc:docMk/>
            <pc:sldMk cId="3727895765" sldId="580"/>
            <ac:spMk id="43" creationId="{37C89E4B-3C9F-44B9-8B86-D9E3D112D8EC}"/>
          </ac:spMkLst>
        </pc:spChg>
        <pc:spChg chg="add del">
          <ac:chgData name="Maged Elhamady" userId="3c668177-9cc3-4dff-81f9-13505a85a121" providerId="ADAL" clId="{75A4AED5-7F7E-43E6-A565-30D2D57DBEE9}" dt="2024-04-16T16:44:50.575" v="5459" actId="26606"/>
          <ac:spMkLst>
            <pc:docMk/>
            <pc:sldMk cId="3727895765" sldId="580"/>
            <ac:spMk id="46" creationId="{A8384FB5-9ADC-4DDC-881B-597D56F5B15D}"/>
          </ac:spMkLst>
        </pc:spChg>
        <pc:spChg chg="add del">
          <ac:chgData name="Maged Elhamady" userId="3c668177-9cc3-4dff-81f9-13505a85a121" providerId="ADAL" clId="{75A4AED5-7F7E-43E6-A565-30D2D57DBEE9}" dt="2024-04-16T16:44:28.045" v="5443" actId="26606"/>
          <ac:spMkLst>
            <pc:docMk/>
            <pc:sldMk cId="3727895765" sldId="580"/>
            <ac:spMk id="47" creationId="{4D4677D2-D5AC-4CF9-9EED-2B89D0A1C212}"/>
          </ac:spMkLst>
        </pc:spChg>
        <pc:spChg chg="add del">
          <ac:chgData name="Maged Elhamady" userId="3c668177-9cc3-4dff-81f9-13505a85a121" providerId="ADAL" clId="{75A4AED5-7F7E-43E6-A565-30D2D57DBEE9}" dt="2024-04-16T16:44:28.045" v="5443" actId="26606"/>
          <ac:spMkLst>
            <pc:docMk/>
            <pc:sldMk cId="3727895765" sldId="580"/>
            <ac:spMk id="48" creationId="{C6D54F7E-825A-4BBA-815F-35CCA8B97786}"/>
          </ac:spMkLst>
        </pc:spChg>
        <pc:spChg chg="add del">
          <ac:chgData name="Maged Elhamady" userId="3c668177-9cc3-4dff-81f9-13505a85a121" providerId="ADAL" clId="{75A4AED5-7F7E-43E6-A565-30D2D57DBEE9}" dt="2024-04-16T16:44:50.575" v="5459" actId="26606"/>
          <ac:spMkLst>
            <pc:docMk/>
            <pc:sldMk cId="3727895765" sldId="580"/>
            <ac:spMk id="49" creationId="{91E5A9A7-95C6-4F4F-B00E-C82E07FE62EF}"/>
          </ac:spMkLst>
        </pc:spChg>
        <pc:spChg chg="add del">
          <ac:chgData name="Maged Elhamady" userId="3c668177-9cc3-4dff-81f9-13505a85a121" providerId="ADAL" clId="{75A4AED5-7F7E-43E6-A565-30D2D57DBEE9}" dt="2024-04-16T16:44:29.296" v="5445" actId="26606"/>
          <ac:spMkLst>
            <pc:docMk/>
            <pc:sldMk cId="3727895765" sldId="580"/>
            <ac:spMk id="50" creationId="{6753252F-4873-4F63-801D-CC719279A7D5}"/>
          </ac:spMkLst>
        </pc:spChg>
        <pc:spChg chg="add del">
          <ac:chgData name="Maged Elhamady" userId="3c668177-9cc3-4dff-81f9-13505a85a121" providerId="ADAL" clId="{75A4AED5-7F7E-43E6-A565-30D2D57DBEE9}" dt="2024-04-16T16:44:29.296" v="5445" actId="26606"/>
          <ac:spMkLst>
            <pc:docMk/>
            <pc:sldMk cId="3727895765" sldId="580"/>
            <ac:spMk id="51" creationId="{047C8CCB-F95D-4249-92DD-651249D3535A}"/>
          </ac:spMkLst>
        </pc:spChg>
        <pc:spChg chg="add del">
          <ac:chgData name="Maged Elhamady" userId="3c668177-9cc3-4dff-81f9-13505a85a121" providerId="ADAL" clId="{75A4AED5-7F7E-43E6-A565-30D2D57DBEE9}" dt="2024-04-16T16:44:50.575" v="5459" actId="26606"/>
          <ac:spMkLst>
            <pc:docMk/>
            <pc:sldMk cId="3727895765" sldId="580"/>
            <ac:spMk id="52" creationId="{D07DD2DE-F619-49DD-B5E7-03A290FF4ED1}"/>
          </ac:spMkLst>
        </pc:spChg>
        <pc:spChg chg="add del">
          <ac:chgData name="Maged Elhamady" userId="3c668177-9cc3-4dff-81f9-13505a85a121" providerId="ADAL" clId="{75A4AED5-7F7E-43E6-A565-30D2D57DBEE9}" dt="2024-04-16T16:44:31.735" v="5447" actId="26606"/>
          <ac:spMkLst>
            <pc:docMk/>
            <pc:sldMk cId="3727895765" sldId="580"/>
            <ac:spMk id="53" creationId="{3B47FC9C-2ED3-4100-A4EF-E8CDFEE106C9}"/>
          </ac:spMkLst>
        </pc:spChg>
        <pc:spChg chg="add del">
          <ac:chgData name="Maged Elhamady" userId="3c668177-9cc3-4dff-81f9-13505a85a121" providerId="ADAL" clId="{75A4AED5-7F7E-43E6-A565-30D2D57DBEE9}" dt="2024-04-16T16:44:50.575" v="5459" actId="26606"/>
          <ac:spMkLst>
            <pc:docMk/>
            <pc:sldMk cId="3727895765" sldId="580"/>
            <ac:spMk id="54" creationId="{85149191-5F60-4A28-AAFF-039F96B0F3EC}"/>
          </ac:spMkLst>
        </pc:spChg>
        <pc:spChg chg="add del">
          <ac:chgData name="Maged Elhamady" userId="3c668177-9cc3-4dff-81f9-13505a85a121" providerId="ADAL" clId="{75A4AED5-7F7E-43E6-A565-30D2D57DBEE9}" dt="2024-04-16T16:44:34.971" v="5449" actId="26606"/>
          <ac:spMkLst>
            <pc:docMk/>
            <pc:sldMk cId="3727895765" sldId="580"/>
            <ac:spMk id="55" creationId="{0C0CCF94-9536-4A63-8FF2-E37827C92756}"/>
          </ac:spMkLst>
        </pc:spChg>
        <pc:spChg chg="add del">
          <ac:chgData name="Maged Elhamady" userId="3c668177-9cc3-4dff-81f9-13505a85a121" providerId="ADAL" clId="{75A4AED5-7F7E-43E6-A565-30D2D57DBEE9}" dt="2024-04-16T16:44:34.971" v="5449" actId="26606"/>
          <ac:spMkLst>
            <pc:docMk/>
            <pc:sldMk cId="3727895765" sldId="580"/>
            <ac:spMk id="56" creationId="{C970655A-F4C2-4D7E-BAB6-D3BFC5CAE148}"/>
          </ac:spMkLst>
        </pc:spChg>
        <pc:spChg chg="add del">
          <ac:chgData name="Maged Elhamady" userId="3c668177-9cc3-4dff-81f9-13505a85a121" providerId="ADAL" clId="{75A4AED5-7F7E-43E6-A565-30D2D57DBEE9}" dt="2024-04-16T16:44:34.971" v="5449" actId="26606"/>
          <ac:spMkLst>
            <pc:docMk/>
            <pc:sldMk cId="3727895765" sldId="580"/>
            <ac:spMk id="57" creationId="{3389D0BC-BA1D-4360-88F9-D9ECCBDAB50E}"/>
          </ac:spMkLst>
        </pc:spChg>
        <pc:spChg chg="add del">
          <ac:chgData name="Maged Elhamady" userId="3c668177-9cc3-4dff-81f9-13505a85a121" providerId="ADAL" clId="{75A4AED5-7F7E-43E6-A565-30D2D57DBEE9}" dt="2024-04-16T16:44:50.575" v="5459" actId="26606"/>
          <ac:spMkLst>
            <pc:docMk/>
            <pc:sldMk cId="3727895765" sldId="580"/>
            <ac:spMk id="58" creationId="{F8260ED5-17F7-4158-B241-D51DD4CF1B7E}"/>
          </ac:spMkLst>
        </pc:spChg>
        <pc:spChg chg="add del">
          <ac:chgData name="Maged Elhamady" userId="3c668177-9cc3-4dff-81f9-13505a85a121" providerId="ADAL" clId="{75A4AED5-7F7E-43E6-A565-30D2D57DBEE9}" dt="2024-04-16T16:44:35.901" v="5451" actId="26606"/>
          <ac:spMkLst>
            <pc:docMk/>
            <pc:sldMk cId="3727895765" sldId="580"/>
            <ac:spMk id="59" creationId="{F0A604E4-7307-451C-93BE-F1F7E1BF3BF8}"/>
          </ac:spMkLst>
        </pc:spChg>
        <pc:spChg chg="add del">
          <ac:chgData name="Maged Elhamady" userId="3c668177-9cc3-4dff-81f9-13505a85a121" providerId="ADAL" clId="{75A4AED5-7F7E-43E6-A565-30D2D57DBEE9}" dt="2024-04-16T16:44:35.901" v="5451" actId="26606"/>
          <ac:spMkLst>
            <pc:docMk/>
            <pc:sldMk cId="3727895765" sldId="580"/>
            <ac:spMk id="60" creationId="{F7F3A0AA-35E5-4085-942B-737839030604}"/>
          </ac:spMkLst>
        </pc:spChg>
        <pc:spChg chg="add del">
          <ac:chgData name="Maged Elhamady" userId="3c668177-9cc3-4dff-81f9-13505a85a121" providerId="ADAL" clId="{75A4AED5-7F7E-43E6-A565-30D2D57DBEE9}" dt="2024-04-16T16:44:35.901" v="5451" actId="26606"/>
          <ac:spMkLst>
            <pc:docMk/>
            <pc:sldMk cId="3727895765" sldId="580"/>
            <ac:spMk id="61" creationId="{402F5C38-C747-4173-ABBF-656E39E82130}"/>
          </ac:spMkLst>
        </pc:spChg>
        <pc:spChg chg="add del">
          <ac:chgData name="Maged Elhamady" userId="3c668177-9cc3-4dff-81f9-13505a85a121" providerId="ADAL" clId="{75A4AED5-7F7E-43E6-A565-30D2D57DBEE9}" dt="2024-04-16T16:44:35.901" v="5451" actId="26606"/>
          <ac:spMkLst>
            <pc:docMk/>
            <pc:sldMk cId="3727895765" sldId="580"/>
            <ac:spMk id="62" creationId="{E37EECFC-A684-4391-AE85-4CDAF5565F61}"/>
          </ac:spMkLst>
        </pc:spChg>
        <pc:spChg chg="add">
          <ac:chgData name="Maged Elhamady" userId="3c668177-9cc3-4dff-81f9-13505a85a121" providerId="ADAL" clId="{75A4AED5-7F7E-43E6-A565-30D2D57DBEE9}" dt="2024-04-16T16:44:50.577" v="5460" actId="26606"/>
          <ac:spMkLst>
            <pc:docMk/>
            <pc:sldMk cId="3727895765" sldId="580"/>
            <ac:spMk id="63" creationId="{C3896A03-3945-419A-B66B-4EE266EDD152}"/>
          </ac:spMkLst>
        </pc:spChg>
        <pc:spChg chg="add">
          <ac:chgData name="Maged Elhamady" userId="3c668177-9cc3-4dff-81f9-13505a85a121" providerId="ADAL" clId="{75A4AED5-7F7E-43E6-A565-30D2D57DBEE9}" dt="2024-04-16T16:44:50.577" v="5460" actId="26606"/>
          <ac:spMkLst>
            <pc:docMk/>
            <pc:sldMk cId="3727895765" sldId="580"/>
            <ac:spMk id="64" creationId="{B34F5AD2-EDBD-4BBD-A55C-EAFFD0C7097A}"/>
          </ac:spMkLst>
        </pc:spChg>
        <pc:graphicFrameChg chg="add mod modGraphic">
          <ac:chgData name="Maged Elhamady" userId="3c668177-9cc3-4dff-81f9-13505a85a121" providerId="ADAL" clId="{75A4AED5-7F7E-43E6-A565-30D2D57DBEE9}" dt="2024-04-03T20:33:20.582" v="1688" actId="14100"/>
          <ac:graphicFrameMkLst>
            <pc:docMk/>
            <pc:sldMk cId="3727895765" sldId="580"/>
            <ac:graphicFrameMk id="5" creationId="{2BF563C8-CEC0-7527-C818-C1AFA4F63B40}"/>
          </ac:graphicFrameMkLst>
        </pc:graphicFrameChg>
        <pc:picChg chg="add del mod ord">
          <ac:chgData name="Maged Elhamady" userId="3c668177-9cc3-4dff-81f9-13505a85a121" providerId="ADAL" clId="{75A4AED5-7F7E-43E6-A565-30D2D57DBEE9}" dt="2024-04-16T16:44:50.577" v="5460" actId="26606"/>
          <ac:picMkLst>
            <pc:docMk/>
            <pc:sldMk cId="3727895765" sldId="580"/>
            <ac:picMk id="7" creationId="{5457D490-1D51-B500-9136-A6424B20B804}"/>
          </ac:picMkLst>
        </pc:picChg>
        <pc:cxnChg chg="add del">
          <ac:chgData name="Maged Elhamady" userId="3c668177-9cc3-4dff-81f9-13505a85a121" providerId="ADAL" clId="{75A4AED5-7F7E-43E6-A565-30D2D57DBEE9}" dt="2024-04-03T20:41:37.002" v="1705" actId="26606"/>
          <ac:cxnSpMkLst>
            <pc:docMk/>
            <pc:sldMk cId="3727895765" sldId="580"/>
            <ac:cxnSpMk id="16" creationId="{D891E407-403B-4764-86C9-33A56D3BCAA3}"/>
          </ac:cxnSpMkLst>
        </pc:cxnChg>
        <pc:cxnChg chg="add del">
          <ac:chgData name="Maged Elhamady" userId="3c668177-9cc3-4dff-81f9-13505a85a121" providerId="ADAL" clId="{75A4AED5-7F7E-43E6-A565-30D2D57DBEE9}" dt="2024-04-03T20:41:37.002" v="1705" actId="26606"/>
          <ac:cxnSpMkLst>
            <pc:docMk/>
            <pc:sldMk cId="3727895765" sldId="580"/>
            <ac:cxnSpMk id="18" creationId="{AA2EAA10-076F-46BD-8F0F-B9A2FB77A85C}"/>
          </ac:cxnSpMkLst>
        </pc:cxnChg>
        <pc:cxnChg chg="add del">
          <ac:chgData name="Maged Elhamady" userId="3c668177-9cc3-4dff-81f9-13505a85a121" providerId="ADAL" clId="{75A4AED5-7F7E-43E6-A565-30D2D57DBEE9}" dt="2024-04-03T20:41:56.302" v="1711" actId="26606"/>
          <ac:cxnSpMkLst>
            <pc:docMk/>
            <pc:sldMk cId="3727895765" sldId="580"/>
            <ac:cxnSpMk id="21" creationId="{B63CF8AD-BB19-4F90-BDE5-B3B3F56F4E4A}"/>
          </ac:cxnSpMkLst>
        </pc:cxnChg>
        <pc:cxnChg chg="add del">
          <ac:chgData name="Maged Elhamady" userId="3c668177-9cc3-4dff-81f9-13505a85a121" providerId="ADAL" clId="{75A4AED5-7F7E-43E6-A565-30D2D57DBEE9}" dt="2024-04-03T20:41:56.302" v="1711" actId="26606"/>
          <ac:cxnSpMkLst>
            <pc:docMk/>
            <pc:sldMk cId="3727895765" sldId="580"/>
            <ac:cxnSpMk id="22" creationId="{224E62CA-FAA3-4628-AEF3-5033C771498B}"/>
          </ac:cxnSpMkLst>
        </pc:cxnChg>
        <pc:cxnChg chg="add del">
          <ac:chgData name="Maged Elhamady" userId="3c668177-9cc3-4dff-81f9-13505a85a121" providerId="ADAL" clId="{75A4AED5-7F7E-43E6-A565-30D2D57DBEE9}" dt="2024-04-16T16:44:20.159" v="5439" actId="26606"/>
          <ac:cxnSpMkLst>
            <pc:docMk/>
            <pc:sldMk cId="3727895765" sldId="580"/>
            <ac:cxnSpMk id="39" creationId="{AA2EAA10-076F-46BD-8F0F-B9A2FB77A85C}"/>
          </ac:cxnSpMkLst>
        </pc:cxnChg>
        <pc:cxnChg chg="add del">
          <ac:chgData name="Maged Elhamady" userId="3c668177-9cc3-4dff-81f9-13505a85a121" providerId="ADAL" clId="{75A4AED5-7F7E-43E6-A565-30D2D57DBEE9}" dt="2024-04-16T16:44:20.159" v="5439" actId="26606"/>
          <ac:cxnSpMkLst>
            <pc:docMk/>
            <pc:sldMk cId="3727895765" sldId="580"/>
            <ac:cxnSpMk id="41" creationId="{D891E407-403B-4764-86C9-33A56D3BCAA3}"/>
          </ac:cxnSpMkLst>
        </pc:cxnChg>
        <pc:cxnChg chg="add del">
          <ac:chgData name="Maged Elhamady" userId="3c668177-9cc3-4dff-81f9-13505a85a121" providerId="ADAL" clId="{75A4AED5-7F7E-43E6-A565-30D2D57DBEE9}" dt="2024-04-16T16:44:21.901" v="5441" actId="26606"/>
          <ac:cxnSpMkLst>
            <pc:docMk/>
            <pc:sldMk cId="3727895765" sldId="580"/>
            <ac:cxnSpMk id="44" creationId="{AA2EAA10-076F-46BD-8F0F-B9A2FB77A85C}"/>
          </ac:cxnSpMkLst>
        </pc:cxnChg>
        <pc:cxnChg chg="add del">
          <ac:chgData name="Maged Elhamady" userId="3c668177-9cc3-4dff-81f9-13505a85a121" providerId="ADAL" clId="{75A4AED5-7F7E-43E6-A565-30D2D57DBEE9}" dt="2024-04-16T16:44:21.901" v="5441" actId="26606"/>
          <ac:cxnSpMkLst>
            <pc:docMk/>
            <pc:sldMk cId="3727895765" sldId="580"/>
            <ac:cxnSpMk id="45" creationId="{D891E407-403B-4764-86C9-33A56D3BCAA3}"/>
          </ac:cxnSpMkLst>
        </pc:cxnChg>
      </pc:sldChg>
      <pc:sldChg chg="addSp delSp modSp new mod">
        <pc:chgData name="Maged Elhamady" userId="3c668177-9cc3-4dff-81f9-13505a85a121" providerId="ADAL" clId="{75A4AED5-7F7E-43E6-A565-30D2D57DBEE9}" dt="2024-04-04T05:36:15.808" v="3540" actId="14100"/>
        <pc:sldMkLst>
          <pc:docMk/>
          <pc:sldMk cId="1168607788" sldId="581"/>
        </pc:sldMkLst>
        <pc:spChg chg="add mod">
          <ac:chgData name="Maged Elhamady" userId="3c668177-9cc3-4dff-81f9-13505a85a121" providerId="ADAL" clId="{75A4AED5-7F7E-43E6-A565-30D2D57DBEE9}" dt="2024-04-04T05:36:15.808" v="3540" actId="14100"/>
          <ac:spMkLst>
            <pc:docMk/>
            <pc:sldMk cId="1168607788" sldId="581"/>
            <ac:spMk id="2" creationId="{CB379F0A-A8D4-12AE-1F3E-98EEB901B99B}"/>
          </ac:spMkLst>
        </pc:spChg>
        <pc:spChg chg="add del mod">
          <ac:chgData name="Maged Elhamady" userId="3c668177-9cc3-4dff-81f9-13505a85a121" providerId="ADAL" clId="{75A4AED5-7F7E-43E6-A565-30D2D57DBEE9}" dt="2024-04-04T05:35:12.474" v="3520" actId="478"/>
          <ac:spMkLst>
            <pc:docMk/>
            <pc:sldMk cId="1168607788" sldId="581"/>
            <ac:spMk id="3" creationId="{15D15471-3E6D-772C-4088-ED6FDD915A5F}"/>
          </ac:spMkLst>
        </pc:spChg>
        <pc:spChg chg="add mod">
          <ac:chgData name="Maged Elhamady" userId="3c668177-9cc3-4dff-81f9-13505a85a121" providerId="ADAL" clId="{75A4AED5-7F7E-43E6-A565-30D2D57DBEE9}" dt="2024-04-04T04:12:15.655" v="1829"/>
          <ac:spMkLst>
            <pc:docMk/>
            <pc:sldMk cId="1168607788" sldId="581"/>
            <ac:spMk id="4" creationId="{151D520D-72CC-552E-4697-6DAA8BEBA6FF}"/>
          </ac:spMkLst>
        </pc:spChg>
        <pc:spChg chg="add del mod">
          <ac:chgData name="Maged Elhamady" userId="3c668177-9cc3-4dff-81f9-13505a85a121" providerId="ADAL" clId="{75A4AED5-7F7E-43E6-A565-30D2D57DBEE9}" dt="2024-04-04T05:35:16.817" v="3522" actId="478"/>
          <ac:spMkLst>
            <pc:docMk/>
            <pc:sldMk cId="1168607788" sldId="581"/>
            <ac:spMk id="5" creationId="{9759E9A3-0A72-095D-1CC4-9027B966282B}"/>
          </ac:spMkLst>
        </pc:spChg>
        <pc:spChg chg="add mod">
          <ac:chgData name="Maged Elhamady" userId="3c668177-9cc3-4dff-81f9-13505a85a121" providerId="ADAL" clId="{75A4AED5-7F7E-43E6-A565-30D2D57DBEE9}" dt="2024-04-04T05:35:41.034" v="3526" actId="14100"/>
          <ac:spMkLst>
            <pc:docMk/>
            <pc:sldMk cId="1168607788" sldId="581"/>
            <ac:spMk id="6" creationId="{EA0F8D89-5C06-E208-72DF-9646ABDB3112}"/>
          </ac:spMkLst>
        </pc:spChg>
      </pc:sldChg>
      <pc:sldChg chg="addSp delSp modSp new mod setBg">
        <pc:chgData name="Maged Elhamady" userId="3c668177-9cc3-4dff-81f9-13505a85a121" providerId="ADAL" clId="{75A4AED5-7F7E-43E6-A565-30D2D57DBEE9}" dt="2024-04-04T04:29:18.821" v="2151" actId="14100"/>
        <pc:sldMkLst>
          <pc:docMk/>
          <pc:sldMk cId="2468714526" sldId="582"/>
        </pc:sldMkLst>
        <pc:spChg chg="add mod">
          <ac:chgData name="Maged Elhamady" userId="3c668177-9cc3-4dff-81f9-13505a85a121" providerId="ADAL" clId="{75A4AED5-7F7E-43E6-A565-30D2D57DBEE9}" dt="2024-04-04T04:23:43.050" v="1906" actId="26606"/>
          <ac:spMkLst>
            <pc:docMk/>
            <pc:sldMk cId="2468714526" sldId="582"/>
            <ac:spMk id="2" creationId="{FFF08DF6-262D-8E12-46A0-62A80FB5F31E}"/>
          </ac:spMkLst>
        </pc:spChg>
        <pc:spChg chg="add mod">
          <ac:chgData name="Maged Elhamady" userId="3c668177-9cc3-4dff-81f9-13505a85a121" providerId="ADAL" clId="{75A4AED5-7F7E-43E6-A565-30D2D57DBEE9}" dt="2024-04-04T04:28:50.280" v="2145" actId="1076"/>
          <ac:spMkLst>
            <pc:docMk/>
            <pc:sldMk cId="2468714526" sldId="582"/>
            <ac:spMk id="9" creationId="{EBD47BB4-8FCD-C3C5-F1E3-089604F064BD}"/>
          </ac:spMkLst>
        </pc:spChg>
        <pc:spChg chg="add mod">
          <ac:chgData name="Maged Elhamady" userId="3c668177-9cc3-4dff-81f9-13505a85a121" providerId="ADAL" clId="{75A4AED5-7F7E-43E6-A565-30D2D57DBEE9}" dt="2024-04-04T04:28:50.280" v="2145" actId="1076"/>
          <ac:spMkLst>
            <pc:docMk/>
            <pc:sldMk cId="2468714526" sldId="582"/>
            <ac:spMk id="10" creationId="{7D54AB2B-C9F2-C504-ADC1-07058B34F76F}"/>
          </ac:spMkLst>
        </pc:spChg>
        <pc:spChg chg="add mod">
          <ac:chgData name="Maged Elhamady" userId="3c668177-9cc3-4dff-81f9-13505a85a121" providerId="ADAL" clId="{75A4AED5-7F7E-43E6-A565-30D2D57DBEE9}" dt="2024-04-04T04:28:50.280" v="2145" actId="1076"/>
          <ac:spMkLst>
            <pc:docMk/>
            <pc:sldMk cId="2468714526" sldId="582"/>
            <ac:spMk id="11" creationId="{C1342941-670E-13C5-1BB2-C61844E1484B}"/>
          </ac:spMkLst>
        </pc:spChg>
        <pc:spChg chg="add mod">
          <ac:chgData name="Maged Elhamady" userId="3c668177-9cc3-4dff-81f9-13505a85a121" providerId="ADAL" clId="{75A4AED5-7F7E-43E6-A565-30D2D57DBEE9}" dt="2024-04-04T04:29:18.821" v="2151" actId="14100"/>
          <ac:spMkLst>
            <pc:docMk/>
            <pc:sldMk cId="2468714526" sldId="582"/>
            <ac:spMk id="12" creationId="{463D82C8-A052-02AC-9937-8AF244426F74}"/>
          </ac:spMkLst>
        </pc:spChg>
        <pc:spChg chg="add del">
          <ac:chgData name="Maged Elhamady" userId="3c668177-9cc3-4dff-81f9-13505a85a121" providerId="ADAL" clId="{75A4AED5-7F7E-43E6-A565-30D2D57DBEE9}" dt="2024-04-04T04:23:31.630" v="1903" actId="26606"/>
          <ac:spMkLst>
            <pc:docMk/>
            <pc:sldMk cId="2468714526" sldId="582"/>
            <ac:spMk id="13" creationId="{9CB95732-565A-4D2C-A3AB-CC460C0D3826}"/>
          </ac:spMkLst>
        </pc:spChg>
        <pc:spChg chg="add del">
          <ac:chgData name="Maged Elhamady" userId="3c668177-9cc3-4dff-81f9-13505a85a121" providerId="ADAL" clId="{75A4AED5-7F7E-43E6-A565-30D2D57DBEE9}" dt="2024-04-04T04:23:31.630" v="1903" actId="26606"/>
          <ac:spMkLst>
            <pc:docMk/>
            <pc:sldMk cId="2468714526" sldId="582"/>
            <ac:spMk id="15" creationId="{77F1AF47-AE98-4034-BD91-1976FA4D9C4C}"/>
          </ac:spMkLst>
        </pc:spChg>
        <pc:spChg chg="add del">
          <ac:chgData name="Maged Elhamady" userId="3c668177-9cc3-4dff-81f9-13505a85a121" providerId="ADAL" clId="{75A4AED5-7F7E-43E6-A565-30D2D57DBEE9}" dt="2024-04-04T04:23:31.630" v="1903" actId="26606"/>
          <ac:spMkLst>
            <pc:docMk/>
            <pc:sldMk cId="2468714526" sldId="582"/>
            <ac:spMk id="17" creationId="{8EC0EE2B-2029-48DD-893D-F528E651B07D}"/>
          </ac:spMkLst>
        </pc:spChg>
        <pc:spChg chg="add del">
          <ac:chgData name="Maged Elhamady" userId="3c668177-9cc3-4dff-81f9-13505a85a121" providerId="ADAL" clId="{75A4AED5-7F7E-43E6-A565-30D2D57DBEE9}" dt="2024-04-04T04:23:31.630" v="1903" actId="26606"/>
          <ac:spMkLst>
            <pc:docMk/>
            <pc:sldMk cId="2468714526" sldId="582"/>
            <ac:spMk id="19" creationId="{45AE1D08-1ED1-4F59-B42F-4D8EA33DC8C6}"/>
          </ac:spMkLst>
        </pc:spChg>
        <pc:spChg chg="add del">
          <ac:chgData name="Maged Elhamady" userId="3c668177-9cc3-4dff-81f9-13505a85a121" providerId="ADAL" clId="{75A4AED5-7F7E-43E6-A565-30D2D57DBEE9}" dt="2024-04-04T04:23:31.630" v="1903" actId="26606"/>
          <ac:spMkLst>
            <pc:docMk/>
            <pc:sldMk cId="2468714526" sldId="582"/>
            <ac:spMk id="21" creationId="{9A79B912-88EA-4640-BDEB-51B3B11A026A}"/>
          </ac:spMkLst>
        </pc:spChg>
        <pc:spChg chg="add del">
          <ac:chgData name="Maged Elhamady" userId="3c668177-9cc3-4dff-81f9-13505a85a121" providerId="ADAL" clId="{75A4AED5-7F7E-43E6-A565-30D2D57DBEE9}" dt="2024-04-04T04:23:43.046" v="1905" actId="26606"/>
          <ac:spMkLst>
            <pc:docMk/>
            <pc:sldMk cId="2468714526" sldId="582"/>
            <ac:spMk id="23" creationId="{1519F62F-011B-3705-B68D-84EE12008268}"/>
          </ac:spMkLst>
        </pc:spChg>
        <pc:spChg chg="add del">
          <ac:chgData name="Maged Elhamady" userId="3c668177-9cc3-4dff-81f9-13505a85a121" providerId="ADAL" clId="{75A4AED5-7F7E-43E6-A565-30D2D57DBEE9}" dt="2024-04-04T04:23:43.046" v="1905" actId="26606"/>
          <ac:spMkLst>
            <pc:docMk/>
            <pc:sldMk cId="2468714526" sldId="582"/>
            <ac:spMk id="24" creationId="{53B32613-9F83-4280-1DD4-5B9498DC2743}"/>
          </ac:spMkLst>
        </pc:spChg>
        <pc:spChg chg="add del">
          <ac:chgData name="Maged Elhamady" userId="3c668177-9cc3-4dff-81f9-13505a85a121" providerId="ADAL" clId="{75A4AED5-7F7E-43E6-A565-30D2D57DBEE9}" dt="2024-04-04T04:23:43.046" v="1905" actId="26606"/>
          <ac:spMkLst>
            <pc:docMk/>
            <pc:sldMk cId="2468714526" sldId="582"/>
            <ac:spMk id="25" creationId="{2B078C4F-1AED-2A23-4A2C-F5A0AF176248}"/>
          </ac:spMkLst>
        </pc:spChg>
        <pc:spChg chg="add">
          <ac:chgData name="Maged Elhamady" userId="3c668177-9cc3-4dff-81f9-13505a85a121" providerId="ADAL" clId="{75A4AED5-7F7E-43E6-A565-30D2D57DBEE9}" dt="2024-04-04T04:23:43.050" v="1906" actId="26606"/>
          <ac:spMkLst>
            <pc:docMk/>
            <pc:sldMk cId="2468714526" sldId="582"/>
            <ac:spMk id="27" creationId="{8C886788-700E-4D20-9F80-E0E96837A203}"/>
          </ac:spMkLst>
        </pc:spChg>
        <pc:spChg chg="add">
          <ac:chgData name="Maged Elhamady" userId="3c668177-9cc3-4dff-81f9-13505a85a121" providerId="ADAL" clId="{75A4AED5-7F7E-43E6-A565-30D2D57DBEE9}" dt="2024-04-04T04:23:43.050" v="1906" actId="26606"/>
          <ac:spMkLst>
            <pc:docMk/>
            <pc:sldMk cId="2468714526" sldId="582"/>
            <ac:spMk id="28" creationId="{1850674C-4E08-4C62-A3E2-6337FE4F7D86}"/>
          </ac:spMkLst>
        </pc:spChg>
        <pc:spChg chg="add">
          <ac:chgData name="Maged Elhamady" userId="3c668177-9cc3-4dff-81f9-13505a85a121" providerId="ADAL" clId="{75A4AED5-7F7E-43E6-A565-30D2D57DBEE9}" dt="2024-04-04T04:23:43.050" v="1906" actId="26606"/>
          <ac:spMkLst>
            <pc:docMk/>
            <pc:sldMk cId="2468714526" sldId="582"/>
            <ac:spMk id="29" creationId="{BCE4FF05-2B0C-4C97-A9B4-E163085A90E1}"/>
          </ac:spMkLst>
        </pc:spChg>
        <pc:spChg chg="add">
          <ac:chgData name="Maged Elhamady" userId="3c668177-9cc3-4dff-81f9-13505a85a121" providerId="ADAL" clId="{75A4AED5-7F7E-43E6-A565-30D2D57DBEE9}" dt="2024-04-04T04:23:43.050" v="1906" actId="26606"/>
          <ac:spMkLst>
            <pc:docMk/>
            <pc:sldMk cId="2468714526" sldId="582"/>
            <ac:spMk id="30" creationId="{529C2A7A-A6B6-4A56-B11C-8E967D88A60D}"/>
          </ac:spMkLst>
        </pc:spChg>
        <pc:spChg chg="add">
          <ac:chgData name="Maged Elhamady" userId="3c668177-9cc3-4dff-81f9-13505a85a121" providerId="ADAL" clId="{75A4AED5-7F7E-43E6-A565-30D2D57DBEE9}" dt="2024-04-04T04:23:43.050" v="1906" actId="26606"/>
          <ac:spMkLst>
            <pc:docMk/>
            <pc:sldMk cId="2468714526" sldId="582"/>
            <ac:spMk id="31" creationId="{FDBD7205-E536-4134-8768-AC3E1A3C5E59}"/>
          </ac:spMkLst>
        </pc:spChg>
        <pc:picChg chg="add mod ord">
          <ac:chgData name="Maged Elhamady" userId="3c668177-9cc3-4dff-81f9-13505a85a121" providerId="ADAL" clId="{75A4AED5-7F7E-43E6-A565-30D2D57DBEE9}" dt="2024-04-04T04:28:50.280" v="2145" actId="1076"/>
          <ac:picMkLst>
            <pc:docMk/>
            <pc:sldMk cId="2468714526" sldId="582"/>
            <ac:picMk id="4" creationId="{E168B5C2-E82A-4BD6-7283-D9A323A6804F}"/>
          </ac:picMkLst>
        </pc:picChg>
        <pc:picChg chg="add mod ord">
          <ac:chgData name="Maged Elhamady" userId="3c668177-9cc3-4dff-81f9-13505a85a121" providerId="ADAL" clId="{75A4AED5-7F7E-43E6-A565-30D2D57DBEE9}" dt="2024-04-04T04:28:50.280" v="2145" actId="1076"/>
          <ac:picMkLst>
            <pc:docMk/>
            <pc:sldMk cId="2468714526" sldId="582"/>
            <ac:picMk id="6" creationId="{F3E92C3B-2F6D-9D9D-2116-EA6EEFC7BE44}"/>
          </ac:picMkLst>
        </pc:picChg>
        <pc:picChg chg="add mod ord">
          <ac:chgData name="Maged Elhamady" userId="3c668177-9cc3-4dff-81f9-13505a85a121" providerId="ADAL" clId="{75A4AED5-7F7E-43E6-A565-30D2D57DBEE9}" dt="2024-04-04T04:28:50.280" v="2145" actId="1076"/>
          <ac:picMkLst>
            <pc:docMk/>
            <pc:sldMk cId="2468714526" sldId="582"/>
            <ac:picMk id="8" creationId="{6FA8F983-D629-E3CF-278C-68C1E2C62DD9}"/>
          </ac:picMkLst>
        </pc:picChg>
      </pc:sldChg>
      <pc:sldChg chg="addSp delSp modSp new mod ord">
        <pc:chgData name="Maged Elhamady" userId="3c668177-9cc3-4dff-81f9-13505a85a121" providerId="ADAL" clId="{75A4AED5-7F7E-43E6-A565-30D2D57DBEE9}" dt="2024-04-04T04:38:40.525" v="2413" actId="20577"/>
        <pc:sldMkLst>
          <pc:docMk/>
          <pc:sldMk cId="1328639564" sldId="583"/>
        </pc:sldMkLst>
        <pc:spChg chg="add mod">
          <ac:chgData name="Maged Elhamady" userId="3c668177-9cc3-4dff-81f9-13505a85a121" providerId="ADAL" clId="{75A4AED5-7F7E-43E6-A565-30D2D57DBEE9}" dt="2024-04-04T04:32:06.956" v="2212" actId="20577"/>
          <ac:spMkLst>
            <pc:docMk/>
            <pc:sldMk cId="1328639564" sldId="583"/>
            <ac:spMk id="2" creationId="{686835D6-C52F-A240-60A1-D2FC5EDDAEDB}"/>
          </ac:spMkLst>
        </pc:spChg>
        <pc:spChg chg="add mod">
          <ac:chgData name="Maged Elhamady" userId="3c668177-9cc3-4dff-81f9-13505a85a121" providerId="ADAL" clId="{75A4AED5-7F7E-43E6-A565-30D2D57DBEE9}" dt="2024-04-04T04:38:40.525" v="2413" actId="20577"/>
          <ac:spMkLst>
            <pc:docMk/>
            <pc:sldMk cId="1328639564" sldId="583"/>
            <ac:spMk id="3" creationId="{0B6DB940-97A1-F659-8ED9-1BFBB79C8081}"/>
          </ac:spMkLst>
        </pc:spChg>
        <pc:spChg chg="add mod">
          <ac:chgData name="Maged Elhamady" userId="3c668177-9cc3-4dff-81f9-13505a85a121" providerId="ADAL" clId="{75A4AED5-7F7E-43E6-A565-30D2D57DBEE9}" dt="2024-04-04T04:36:01.815" v="2338" actId="1076"/>
          <ac:spMkLst>
            <pc:docMk/>
            <pc:sldMk cId="1328639564" sldId="583"/>
            <ac:spMk id="5" creationId="{7F0E21D3-DD86-506B-20BA-B73241BE49BF}"/>
          </ac:spMkLst>
        </pc:spChg>
        <pc:picChg chg="add mod">
          <ac:chgData name="Maged Elhamady" userId="3c668177-9cc3-4dff-81f9-13505a85a121" providerId="ADAL" clId="{75A4AED5-7F7E-43E6-A565-30D2D57DBEE9}" dt="2024-04-04T04:36:01.815" v="2338" actId="1076"/>
          <ac:picMkLst>
            <pc:docMk/>
            <pc:sldMk cId="1328639564" sldId="583"/>
            <ac:picMk id="4" creationId="{81B43A23-C081-54D3-505C-B502B7D4991D}"/>
          </ac:picMkLst>
        </pc:picChg>
        <pc:picChg chg="add del mod">
          <ac:chgData name="Maged Elhamady" userId="3c668177-9cc3-4dff-81f9-13505a85a121" providerId="ADAL" clId="{75A4AED5-7F7E-43E6-A565-30D2D57DBEE9}" dt="2024-04-04T04:35:37.778" v="2330" actId="478"/>
          <ac:picMkLst>
            <pc:docMk/>
            <pc:sldMk cId="1328639564" sldId="583"/>
            <ac:picMk id="7" creationId="{F6C3E026-30F8-B477-AB34-6526E2564F13}"/>
          </ac:picMkLst>
        </pc:picChg>
        <pc:picChg chg="add mod">
          <ac:chgData name="Maged Elhamady" userId="3c668177-9cc3-4dff-81f9-13505a85a121" providerId="ADAL" clId="{75A4AED5-7F7E-43E6-A565-30D2D57DBEE9}" dt="2024-04-04T04:36:01.815" v="2338" actId="1076"/>
          <ac:picMkLst>
            <pc:docMk/>
            <pc:sldMk cId="1328639564" sldId="583"/>
            <ac:picMk id="9" creationId="{24845513-8F56-41D9-E7EC-9BDF5A8776E1}"/>
          </ac:picMkLst>
        </pc:picChg>
      </pc:sldChg>
      <pc:sldChg chg="addSp delSp modSp new mod">
        <pc:chgData name="Maged Elhamady" userId="3c668177-9cc3-4dff-81f9-13505a85a121" providerId="ADAL" clId="{75A4AED5-7F7E-43E6-A565-30D2D57DBEE9}" dt="2024-04-04T05:36:47.287" v="3541" actId="14100"/>
        <pc:sldMkLst>
          <pc:docMk/>
          <pc:sldMk cId="3673157468" sldId="584"/>
        </pc:sldMkLst>
        <pc:spChg chg="add del mod">
          <ac:chgData name="Maged Elhamady" userId="3c668177-9cc3-4dff-81f9-13505a85a121" providerId="ADAL" clId="{75A4AED5-7F7E-43E6-A565-30D2D57DBEE9}" dt="2024-04-04T05:34:28.610" v="3518" actId="478"/>
          <ac:spMkLst>
            <pc:docMk/>
            <pc:sldMk cId="3673157468" sldId="584"/>
            <ac:spMk id="2" creationId="{FC5DF15C-53E5-07CA-9851-88F76F36586D}"/>
          </ac:spMkLst>
        </pc:spChg>
        <pc:spChg chg="add mod">
          <ac:chgData name="Maged Elhamady" userId="3c668177-9cc3-4dff-81f9-13505a85a121" providerId="ADAL" clId="{75A4AED5-7F7E-43E6-A565-30D2D57DBEE9}" dt="2024-04-04T05:36:47.287" v="3541" actId="14100"/>
          <ac:spMkLst>
            <pc:docMk/>
            <pc:sldMk cId="3673157468" sldId="584"/>
            <ac:spMk id="3" creationId="{D4E718B0-D7AC-2FA9-7D99-6559C9C0373F}"/>
          </ac:spMkLst>
        </pc:spChg>
        <pc:spChg chg="add del mod">
          <ac:chgData name="Maged Elhamady" userId="3c668177-9cc3-4dff-81f9-13505a85a121" providerId="ADAL" clId="{75A4AED5-7F7E-43E6-A565-30D2D57DBEE9}" dt="2024-04-04T04:41:01.815" v="2460" actId="478"/>
          <ac:spMkLst>
            <pc:docMk/>
            <pc:sldMk cId="3673157468" sldId="584"/>
            <ac:spMk id="5" creationId="{73DFB0C9-174E-2A6B-C683-82F00F2057A5}"/>
          </ac:spMkLst>
        </pc:spChg>
        <pc:spChg chg="add mod">
          <ac:chgData name="Maged Elhamady" userId="3c668177-9cc3-4dff-81f9-13505a85a121" providerId="ADAL" clId="{75A4AED5-7F7E-43E6-A565-30D2D57DBEE9}" dt="2024-04-04T05:07:31.582" v="2679" actId="14100"/>
          <ac:spMkLst>
            <pc:docMk/>
            <pc:sldMk cId="3673157468" sldId="584"/>
            <ac:spMk id="6" creationId="{415EEFD4-4FDA-D702-06FC-AB3AC7BB48B6}"/>
          </ac:spMkLst>
        </pc:spChg>
        <pc:spChg chg="add mod">
          <ac:chgData name="Maged Elhamady" userId="3c668177-9cc3-4dff-81f9-13505a85a121" providerId="ADAL" clId="{75A4AED5-7F7E-43E6-A565-30D2D57DBEE9}" dt="2024-04-04T04:42:00.747" v="2586" actId="1582"/>
          <ac:spMkLst>
            <pc:docMk/>
            <pc:sldMk cId="3673157468" sldId="584"/>
            <ac:spMk id="7" creationId="{929429D2-E749-457E-E0BB-1E5134ECDE56}"/>
          </ac:spMkLst>
        </pc:spChg>
        <pc:spChg chg="add mod">
          <ac:chgData name="Maged Elhamady" userId="3c668177-9cc3-4dff-81f9-13505a85a121" providerId="ADAL" clId="{75A4AED5-7F7E-43E6-A565-30D2D57DBEE9}" dt="2024-04-04T04:42:07.241" v="2588" actId="571"/>
          <ac:spMkLst>
            <pc:docMk/>
            <pc:sldMk cId="3673157468" sldId="584"/>
            <ac:spMk id="9" creationId="{54DC7889-9A6B-966C-4922-9A99584B83D2}"/>
          </ac:spMkLst>
        </pc:spChg>
        <pc:spChg chg="add mod">
          <ac:chgData name="Maged Elhamady" userId="3c668177-9cc3-4dff-81f9-13505a85a121" providerId="ADAL" clId="{75A4AED5-7F7E-43E6-A565-30D2D57DBEE9}" dt="2024-04-04T04:42:10.964" v="2590" actId="571"/>
          <ac:spMkLst>
            <pc:docMk/>
            <pc:sldMk cId="3673157468" sldId="584"/>
            <ac:spMk id="11" creationId="{BA49F7CD-85FC-0417-B955-68B5C63A668F}"/>
          </ac:spMkLst>
        </pc:spChg>
        <pc:spChg chg="add mod">
          <ac:chgData name="Maged Elhamady" userId="3c668177-9cc3-4dff-81f9-13505a85a121" providerId="ADAL" clId="{75A4AED5-7F7E-43E6-A565-30D2D57DBEE9}" dt="2024-04-04T04:44:11.632" v="2655" actId="1076"/>
          <ac:spMkLst>
            <pc:docMk/>
            <pc:sldMk cId="3673157468" sldId="584"/>
            <ac:spMk id="12" creationId="{D9F9214E-FE64-57B3-4677-095F7AB1DD98}"/>
          </ac:spMkLst>
        </pc:spChg>
        <pc:spChg chg="add del">
          <ac:chgData name="Maged Elhamady" userId="3c668177-9cc3-4dff-81f9-13505a85a121" providerId="ADAL" clId="{75A4AED5-7F7E-43E6-A565-30D2D57DBEE9}" dt="2024-04-04T04:42:50.325" v="2596" actId="11529"/>
          <ac:spMkLst>
            <pc:docMk/>
            <pc:sldMk cId="3673157468" sldId="584"/>
            <ac:spMk id="15" creationId="{EAB4160E-A2E0-D299-C4FF-50755C84B657}"/>
          </ac:spMkLst>
        </pc:spChg>
        <pc:spChg chg="add mod">
          <ac:chgData name="Maged Elhamady" userId="3c668177-9cc3-4dff-81f9-13505a85a121" providerId="ADAL" clId="{75A4AED5-7F7E-43E6-A565-30D2D57DBEE9}" dt="2024-04-04T04:43:19.294" v="2604" actId="208"/>
          <ac:spMkLst>
            <pc:docMk/>
            <pc:sldMk cId="3673157468" sldId="584"/>
            <ac:spMk id="16" creationId="{2D48D314-164D-942E-2F63-2900DDDA130A}"/>
          </ac:spMkLst>
        </pc:spChg>
        <pc:spChg chg="add mod">
          <ac:chgData name="Maged Elhamady" userId="3c668177-9cc3-4dff-81f9-13505a85a121" providerId="ADAL" clId="{75A4AED5-7F7E-43E6-A565-30D2D57DBEE9}" dt="2024-04-04T04:43:50.747" v="2636" actId="1076"/>
          <ac:spMkLst>
            <pc:docMk/>
            <pc:sldMk cId="3673157468" sldId="584"/>
            <ac:spMk id="17" creationId="{83260B05-C997-AA66-D38A-AFA7BF705C3F}"/>
          </ac:spMkLst>
        </pc:spChg>
        <pc:spChg chg="add mod">
          <ac:chgData name="Maged Elhamady" userId="3c668177-9cc3-4dff-81f9-13505a85a121" providerId="ADAL" clId="{75A4AED5-7F7E-43E6-A565-30D2D57DBEE9}" dt="2024-04-04T04:44:26.070" v="2673" actId="1076"/>
          <ac:spMkLst>
            <pc:docMk/>
            <pc:sldMk cId="3673157468" sldId="584"/>
            <ac:spMk id="18" creationId="{35A9016F-AEA8-316E-78FC-C44AC9FD1C10}"/>
          </ac:spMkLst>
        </pc:spChg>
        <pc:spChg chg="add mod">
          <ac:chgData name="Maged Elhamady" userId="3c668177-9cc3-4dff-81f9-13505a85a121" providerId="ADAL" clId="{75A4AED5-7F7E-43E6-A565-30D2D57DBEE9}" dt="2024-04-04T04:44:19.560" v="2659" actId="1076"/>
          <ac:spMkLst>
            <pc:docMk/>
            <pc:sldMk cId="3673157468" sldId="584"/>
            <ac:spMk id="19" creationId="{5D0A7C4F-3E80-6BDE-3C84-CBE37E9EDB4D}"/>
          </ac:spMkLst>
        </pc:spChg>
        <pc:picChg chg="add mod">
          <ac:chgData name="Maged Elhamady" userId="3c668177-9cc3-4dff-81f9-13505a85a121" providerId="ADAL" clId="{75A4AED5-7F7E-43E6-A565-30D2D57DBEE9}" dt="2024-04-04T04:40:48.684" v="2450" actId="27614"/>
          <ac:picMkLst>
            <pc:docMk/>
            <pc:sldMk cId="3673157468" sldId="584"/>
            <ac:picMk id="4" creationId="{58FF9D2F-9DB6-A078-DFBE-20D9F8829C6A}"/>
          </ac:picMkLst>
        </pc:picChg>
        <pc:picChg chg="add mod">
          <ac:chgData name="Maged Elhamady" userId="3c668177-9cc3-4dff-81f9-13505a85a121" providerId="ADAL" clId="{75A4AED5-7F7E-43E6-A565-30D2D57DBEE9}" dt="2024-04-04T04:42:07.241" v="2588" actId="571"/>
          <ac:picMkLst>
            <pc:docMk/>
            <pc:sldMk cId="3673157468" sldId="584"/>
            <ac:picMk id="8" creationId="{2FD88B52-6F83-710E-FCD6-479DA8B0840F}"/>
          </ac:picMkLst>
        </pc:picChg>
        <pc:picChg chg="add mod">
          <ac:chgData name="Maged Elhamady" userId="3c668177-9cc3-4dff-81f9-13505a85a121" providerId="ADAL" clId="{75A4AED5-7F7E-43E6-A565-30D2D57DBEE9}" dt="2024-04-04T04:42:10.964" v="2590" actId="571"/>
          <ac:picMkLst>
            <pc:docMk/>
            <pc:sldMk cId="3673157468" sldId="584"/>
            <ac:picMk id="10" creationId="{DC3EFBC2-1D60-A9CD-201E-8CB33CD82772}"/>
          </ac:picMkLst>
        </pc:picChg>
        <pc:cxnChg chg="add del mod">
          <ac:chgData name="Maged Elhamady" userId="3c668177-9cc3-4dff-81f9-13505a85a121" providerId="ADAL" clId="{75A4AED5-7F7E-43E6-A565-30D2D57DBEE9}" dt="2024-04-04T04:42:34.426" v="2594" actId="11529"/>
          <ac:cxnSpMkLst>
            <pc:docMk/>
            <pc:sldMk cId="3673157468" sldId="584"/>
            <ac:cxnSpMk id="14" creationId="{FCC035BC-EA6C-483A-77F1-DBF412A91D98}"/>
          </ac:cxnSpMkLst>
        </pc:cxnChg>
      </pc:sldChg>
      <pc:sldChg chg="addSp delSp modSp add mod">
        <pc:chgData name="Maged Elhamady" userId="3c668177-9cc3-4dff-81f9-13505a85a121" providerId="ADAL" clId="{75A4AED5-7F7E-43E6-A565-30D2D57DBEE9}" dt="2024-04-24T18:57:47.126" v="5499" actId="14100"/>
        <pc:sldMkLst>
          <pc:docMk/>
          <pc:sldMk cId="1826383348" sldId="585"/>
        </pc:sldMkLst>
        <pc:spChg chg="add mod">
          <ac:chgData name="Maged Elhamady" userId="3c668177-9cc3-4dff-81f9-13505a85a121" providerId="ADAL" clId="{75A4AED5-7F7E-43E6-A565-30D2D57DBEE9}" dt="2024-04-24T18:57:40.262" v="5496" actId="14100"/>
          <ac:spMkLst>
            <pc:docMk/>
            <pc:sldMk cId="1826383348" sldId="585"/>
            <ac:spMk id="2" creationId="{74BF6A8D-04AF-4AD4-8C29-EC6E5412E35A}"/>
          </ac:spMkLst>
        </pc:spChg>
        <pc:spChg chg="del mod">
          <ac:chgData name="Maged Elhamady" userId="3c668177-9cc3-4dff-81f9-13505a85a121" providerId="ADAL" clId="{75A4AED5-7F7E-43E6-A565-30D2D57DBEE9}" dt="2024-04-04T05:34:13.618" v="3491" actId="478"/>
          <ac:spMkLst>
            <pc:docMk/>
            <pc:sldMk cId="1826383348" sldId="585"/>
            <ac:spMk id="2" creationId="{FC5DF15C-53E5-07CA-9851-88F76F36586D}"/>
          </ac:spMkLst>
        </pc:spChg>
        <pc:spChg chg="add mod">
          <ac:chgData name="Maged Elhamady" userId="3c668177-9cc3-4dff-81f9-13505a85a121" providerId="ADAL" clId="{75A4AED5-7F7E-43E6-A565-30D2D57DBEE9}" dt="2024-04-24T18:57:26.479" v="5494" actId="14100"/>
          <ac:spMkLst>
            <pc:docMk/>
            <pc:sldMk cId="1826383348" sldId="585"/>
            <ac:spMk id="3" creationId="{26669FBD-00EB-B1E9-B608-F80C4F702456}"/>
          </ac:spMkLst>
        </pc:spChg>
        <pc:spChg chg="add mod">
          <ac:chgData name="Maged Elhamady" userId="3c668177-9cc3-4dff-81f9-13505a85a121" providerId="ADAL" clId="{75A4AED5-7F7E-43E6-A565-30D2D57DBEE9}" dt="2024-04-16T14:03:29.351" v="5399" actId="571"/>
          <ac:spMkLst>
            <pc:docMk/>
            <pc:sldMk cId="1826383348" sldId="585"/>
            <ac:spMk id="4" creationId="{84FF528D-6789-FCA3-F36E-8F0308AB32FE}"/>
          </ac:spMkLst>
        </pc:spChg>
        <pc:spChg chg="add mod">
          <ac:chgData name="Maged Elhamady" userId="3c668177-9cc3-4dff-81f9-13505a85a121" providerId="ADAL" clId="{75A4AED5-7F7E-43E6-A565-30D2D57DBEE9}" dt="2024-04-24T18:57:47.126" v="5499" actId="14100"/>
          <ac:spMkLst>
            <pc:docMk/>
            <pc:sldMk cId="1826383348" sldId="585"/>
            <ac:spMk id="4" creationId="{F24D2527-1674-EC7E-65ED-9776D10EFD04}"/>
          </ac:spMkLst>
        </pc:spChg>
        <pc:spChg chg="del">
          <ac:chgData name="Maged Elhamady" userId="3c668177-9cc3-4dff-81f9-13505a85a121" providerId="ADAL" clId="{75A4AED5-7F7E-43E6-A565-30D2D57DBEE9}" dt="2024-04-04T05:08:25.083" v="2682" actId="478"/>
          <ac:spMkLst>
            <pc:docMk/>
            <pc:sldMk cId="1826383348" sldId="585"/>
            <ac:spMk id="6" creationId="{415EEFD4-4FDA-D702-06FC-AB3AC7BB48B6}"/>
          </ac:spMkLst>
        </pc:spChg>
        <pc:spChg chg="add mod">
          <ac:chgData name="Maged Elhamady" userId="3c668177-9cc3-4dff-81f9-13505a85a121" providerId="ADAL" clId="{75A4AED5-7F7E-43E6-A565-30D2D57DBEE9}" dt="2024-04-16T14:03:44.507" v="5404" actId="1076"/>
          <ac:spMkLst>
            <pc:docMk/>
            <pc:sldMk cId="1826383348" sldId="585"/>
            <ac:spMk id="6" creationId="{A1564DA6-135C-9361-4DDA-BB0B48C9FB33}"/>
          </ac:spMkLst>
        </pc:spChg>
        <pc:spChg chg="del">
          <ac:chgData name="Maged Elhamady" userId="3c668177-9cc3-4dff-81f9-13505a85a121" providerId="ADAL" clId="{75A4AED5-7F7E-43E6-A565-30D2D57DBEE9}" dt="2024-04-04T05:07:37.973" v="2680" actId="478"/>
          <ac:spMkLst>
            <pc:docMk/>
            <pc:sldMk cId="1826383348" sldId="585"/>
            <ac:spMk id="7" creationId="{929429D2-E749-457E-E0BB-1E5134ECDE56}"/>
          </ac:spMkLst>
        </pc:spChg>
        <pc:spChg chg="del">
          <ac:chgData name="Maged Elhamady" userId="3c668177-9cc3-4dff-81f9-13505a85a121" providerId="ADAL" clId="{75A4AED5-7F7E-43E6-A565-30D2D57DBEE9}" dt="2024-04-04T05:07:37.973" v="2680" actId="478"/>
          <ac:spMkLst>
            <pc:docMk/>
            <pc:sldMk cId="1826383348" sldId="585"/>
            <ac:spMk id="12" creationId="{D9F9214E-FE64-57B3-4677-095F7AB1DD98}"/>
          </ac:spMkLst>
        </pc:spChg>
        <pc:spChg chg="add mod">
          <ac:chgData name="Maged Elhamady" userId="3c668177-9cc3-4dff-81f9-13505a85a121" providerId="ADAL" clId="{75A4AED5-7F7E-43E6-A565-30D2D57DBEE9}" dt="2024-04-04T05:10:25.093" v="2712" actId="20577"/>
          <ac:spMkLst>
            <pc:docMk/>
            <pc:sldMk cId="1826383348" sldId="585"/>
            <ac:spMk id="13" creationId="{F3A873CE-3EAE-139E-22BA-38EF881F869A}"/>
          </ac:spMkLst>
        </pc:spChg>
        <pc:spChg chg="add mod">
          <ac:chgData name="Maged Elhamady" userId="3c668177-9cc3-4dff-81f9-13505a85a121" providerId="ADAL" clId="{75A4AED5-7F7E-43E6-A565-30D2D57DBEE9}" dt="2024-04-04T05:10:30.736" v="2719" actId="20577"/>
          <ac:spMkLst>
            <pc:docMk/>
            <pc:sldMk cId="1826383348" sldId="585"/>
            <ac:spMk id="14" creationId="{50AF2527-E8A1-0076-B32E-D25322301C54}"/>
          </ac:spMkLst>
        </pc:spChg>
        <pc:spChg chg="add mod">
          <ac:chgData name="Maged Elhamady" userId="3c668177-9cc3-4dff-81f9-13505a85a121" providerId="ADAL" clId="{75A4AED5-7F7E-43E6-A565-30D2D57DBEE9}" dt="2024-04-04T05:14:10.917" v="2904"/>
          <ac:spMkLst>
            <pc:docMk/>
            <pc:sldMk cId="1826383348" sldId="585"/>
            <ac:spMk id="15" creationId="{3F3E3AE7-7B47-9C48-1932-2CAC9E5D0CFE}"/>
          </ac:spMkLst>
        </pc:spChg>
        <pc:spChg chg="del">
          <ac:chgData name="Maged Elhamady" userId="3c668177-9cc3-4dff-81f9-13505a85a121" providerId="ADAL" clId="{75A4AED5-7F7E-43E6-A565-30D2D57DBEE9}" dt="2024-04-04T05:07:37.973" v="2680" actId="478"/>
          <ac:spMkLst>
            <pc:docMk/>
            <pc:sldMk cId="1826383348" sldId="585"/>
            <ac:spMk id="16" creationId="{2D48D314-164D-942E-2F63-2900DDDA130A}"/>
          </ac:spMkLst>
        </pc:spChg>
        <pc:spChg chg="del">
          <ac:chgData name="Maged Elhamady" userId="3c668177-9cc3-4dff-81f9-13505a85a121" providerId="ADAL" clId="{75A4AED5-7F7E-43E6-A565-30D2D57DBEE9}" dt="2024-04-04T05:07:37.973" v="2680" actId="478"/>
          <ac:spMkLst>
            <pc:docMk/>
            <pc:sldMk cId="1826383348" sldId="585"/>
            <ac:spMk id="17" creationId="{83260B05-C997-AA66-D38A-AFA7BF705C3F}"/>
          </ac:spMkLst>
        </pc:spChg>
        <pc:spChg chg="del">
          <ac:chgData name="Maged Elhamady" userId="3c668177-9cc3-4dff-81f9-13505a85a121" providerId="ADAL" clId="{75A4AED5-7F7E-43E6-A565-30D2D57DBEE9}" dt="2024-04-04T05:07:37.973" v="2680" actId="478"/>
          <ac:spMkLst>
            <pc:docMk/>
            <pc:sldMk cId="1826383348" sldId="585"/>
            <ac:spMk id="18" creationId="{35A9016F-AEA8-316E-78FC-C44AC9FD1C10}"/>
          </ac:spMkLst>
        </pc:spChg>
        <pc:spChg chg="del">
          <ac:chgData name="Maged Elhamady" userId="3c668177-9cc3-4dff-81f9-13505a85a121" providerId="ADAL" clId="{75A4AED5-7F7E-43E6-A565-30D2D57DBEE9}" dt="2024-04-04T05:07:37.973" v="2680" actId="478"/>
          <ac:spMkLst>
            <pc:docMk/>
            <pc:sldMk cId="1826383348" sldId="585"/>
            <ac:spMk id="19" creationId="{5D0A7C4F-3E80-6BDE-3C84-CBE37E9EDB4D}"/>
          </ac:spMkLst>
        </pc:spChg>
        <pc:spChg chg="add mod">
          <ac:chgData name="Maged Elhamady" userId="3c668177-9cc3-4dff-81f9-13505a85a121" providerId="ADAL" clId="{75A4AED5-7F7E-43E6-A565-30D2D57DBEE9}" dt="2024-04-04T05:15:08.083" v="2916" actId="1076"/>
          <ac:spMkLst>
            <pc:docMk/>
            <pc:sldMk cId="1826383348" sldId="585"/>
            <ac:spMk id="20" creationId="{0AD07D08-4F84-F889-A3E9-478026DC2A9A}"/>
          </ac:spMkLst>
        </pc:spChg>
        <pc:spChg chg="add del mod">
          <ac:chgData name="Maged Elhamady" userId="3c668177-9cc3-4dff-81f9-13505a85a121" providerId="ADAL" clId="{75A4AED5-7F7E-43E6-A565-30D2D57DBEE9}" dt="2024-04-04T05:17:08.800" v="2965" actId="478"/>
          <ac:spMkLst>
            <pc:docMk/>
            <pc:sldMk cId="1826383348" sldId="585"/>
            <ac:spMk id="21" creationId="{C7BC3FA8-04D2-C486-4ADA-96688159FDA7}"/>
          </ac:spMkLst>
        </pc:spChg>
        <pc:spChg chg="add mod">
          <ac:chgData name="Maged Elhamady" userId="3c668177-9cc3-4dff-81f9-13505a85a121" providerId="ADAL" clId="{75A4AED5-7F7E-43E6-A565-30D2D57DBEE9}" dt="2024-04-04T05:14:58.084" v="2912" actId="571"/>
          <ac:spMkLst>
            <pc:docMk/>
            <pc:sldMk cId="1826383348" sldId="585"/>
            <ac:spMk id="23" creationId="{4EBB6949-DDAB-CF3B-8BB6-A08FF186AE27}"/>
          </ac:spMkLst>
        </pc:spChg>
        <pc:spChg chg="add mod">
          <ac:chgData name="Maged Elhamady" userId="3c668177-9cc3-4dff-81f9-13505a85a121" providerId="ADAL" clId="{75A4AED5-7F7E-43E6-A565-30D2D57DBEE9}" dt="2024-04-04T05:15:03.611" v="2914" actId="571"/>
          <ac:spMkLst>
            <pc:docMk/>
            <pc:sldMk cId="1826383348" sldId="585"/>
            <ac:spMk id="25" creationId="{A92F3A90-F610-DC86-E6F2-76F3BBBC5B4F}"/>
          </ac:spMkLst>
        </pc:spChg>
        <pc:spChg chg="add del mod">
          <ac:chgData name="Maged Elhamady" userId="3c668177-9cc3-4dff-81f9-13505a85a121" providerId="ADAL" clId="{75A4AED5-7F7E-43E6-A565-30D2D57DBEE9}" dt="2024-04-04T05:17:57.769" v="2974" actId="478"/>
          <ac:spMkLst>
            <pc:docMk/>
            <pc:sldMk cId="1826383348" sldId="585"/>
            <ac:spMk id="26" creationId="{5ACA6F20-C506-5F9B-BEE2-ABA8A50672D2}"/>
          </ac:spMkLst>
        </pc:spChg>
        <pc:spChg chg="add mod">
          <ac:chgData name="Maged Elhamady" userId="3c668177-9cc3-4dff-81f9-13505a85a121" providerId="ADAL" clId="{75A4AED5-7F7E-43E6-A565-30D2D57DBEE9}" dt="2024-04-04T05:19:32.255" v="2989" actId="1076"/>
          <ac:spMkLst>
            <pc:docMk/>
            <pc:sldMk cId="1826383348" sldId="585"/>
            <ac:spMk id="27" creationId="{85E6D510-049A-045F-6D94-97A6EC46E722}"/>
          </ac:spMkLst>
        </pc:spChg>
        <pc:spChg chg="add mod">
          <ac:chgData name="Maged Elhamady" userId="3c668177-9cc3-4dff-81f9-13505a85a121" providerId="ADAL" clId="{75A4AED5-7F7E-43E6-A565-30D2D57DBEE9}" dt="2024-04-04T05:19:52.839" v="3000" actId="14100"/>
          <ac:spMkLst>
            <pc:docMk/>
            <pc:sldMk cId="1826383348" sldId="585"/>
            <ac:spMk id="28" creationId="{504A86D3-4B74-5AA6-BD5E-EA500BAB927C}"/>
          </ac:spMkLst>
        </pc:spChg>
        <pc:spChg chg="add mod">
          <ac:chgData name="Maged Elhamady" userId="3c668177-9cc3-4dff-81f9-13505a85a121" providerId="ADAL" clId="{75A4AED5-7F7E-43E6-A565-30D2D57DBEE9}" dt="2024-04-04T05:19:56.400" v="3006" actId="14100"/>
          <ac:spMkLst>
            <pc:docMk/>
            <pc:sldMk cId="1826383348" sldId="585"/>
            <ac:spMk id="29" creationId="{37A27195-D326-7E3F-6084-D9BBEE1F920A}"/>
          </ac:spMkLst>
        </pc:spChg>
        <pc:spChg chg="add del mod">
          <ac:chgData name="Maged Elhamady" userId="3c668177-9cc3-4dff-81f9-13505a85a121" providerId="ADAL" clId="{75A4AED5-7F7E-43E6-A565-30D2D57DBEE9}" dt="2024-04-04T05:17:20.678" v="2968" actId="478"/>
          <ac:spMkLst>
            <pc:docMk/>
            <pc:sldMk cId="1826383348" sldId="585"/>
            <ac:spMk id="30" creationId="{9969AEF1-7ECB-96EB-A79A-5B5BC06E6A2B}"/>
          </ac:spMkLst>
        </pc:spChg>
        <pc:spChg chg="add mod">
          <ac:chgData name="Maged Elhamady" userId="3c668177-9cc3-4dff-81f9-13505a85a121" providerId="ADAL" clId="{75A4AED5-7F7E-43E6-A565-30D2D57DBEE9}" dt="2024-04-04T05:17:37.836" v="2972" actId="1582"/>
          <ac:spMkLst>
            <pc:docMk/>
            <pc:sldMk cId="1826383348" sldId="585"/>
            <ac:spMk id="31" creationId="{E4D34AC7-8103-26AD-9AEF-232F72A6890C}"/>
          </ac:spMkLst>
        </pc:spChg>
        <pc:spChg chg="add del mod">
          <ac:chgData name="Maged Elhamady" userId="3c668177-9cc3-4dff-81f9-13505a85a121" providerId="ADAL" clId="{75A4AED5-7F7E-43E6-A565-30D2D57DBEE9}" dt="2024-04-04T05:18:22.704" v="2978" actId="478"/>
          <ac:spMkLst>
            <pc:docMk/>
            <pc:sldMk cId="1826383348" sldId="585"/>
            <ac:spMk id="32" creationId="{4E9E0855-FB94-C324-2C6B-515E4867DF4C}"/>
          </ac:spMkLst>
        </pc:spChg>
        <pc:spChg chg="add mod">
          <ac:chgData name="Maged Elhamady" userId="3c668177-9cc3-4dff-81f9-13505a85a121" providerId="ADAL" clId="{75A4AED5-7F7E-43E6-A565-30D2D57DBEE9}" dt="2024-04-04T05:19:24.548" v="2984" actId="208"/>
          <ac:spMkLst>
            <pc:docMk/>
            <pc:sldMk cId="1826383348" sldId="585"/>
            <ac:spMk id="33" creationId="{629A85DB-D296-29B9-0283-B711DAA257B9}"/>
          </ac:spMkLst>
        </pc:spChg>
        <pc:picChg chg="add mod">
          <ac:chgData name="Maged Elhamady" userId="3c668177-9cc3-4dff-81f9-13505a85a121" providerId="ADAL" clId="{75A4AED5-7F7E-43E6-A565-30D2D57DBEE9}" dt="2024-04-16T14:03:29.351" v="5399" actId="571"/>
          <ac:picMkLst>
            <pc:docMk/>
            <pc:sldMk cId="1826383348" sldId="585"/>
            <ac:picMk id="2" creationId="{868ACAA1-EA9D-0462-8B39-AE5010D5EF1A}"/>
          </ac:picMkLst>
        </pc:picChg>
        <pc:picChg chg="del">
          <ac:chgData name="Maged Elhamady" userId="3c668177-9cc3-4dff-81f9-13505a85a121" providerId="ADAL" clId="{75A4AED5-7F7E-43E6-A565-30D2D57DBEE9}" dt="2024-04-04T05:07:38.262" v="2681" actId="478"/>
          <ac:picMkLst>
            <pc:docMk/>
            <pc:sldMk cId="1826383348" sldId="585"/>
            <ac:picMk id="4" creationId="{58FF9D2F-9DB6-A078-DFBE-20D9F8829C6A}"/>
          </ac:picMkLst>
        </pc:picChg>
        <pc:picChg chg="add mod">
          <ac:chgData name="Maged Elhamady" userId="3c668177-9cc3-4dff-81f9-13505a85a121" providerId="ADAL" clId="{75A4AED5-7F7E-43E6-A565-30D2D57DBEE9}" dt="2024-04-04T05:10:02.945" v="2701" actId="1076"/>
          <ac:picMkLst>
            <pc:docMk/>
            <pc:sldMk cId="1826383348" sldId="585"/>
            <ac:picMk id="5" creationId="{B66CADE7-DE68-2092-5E6C-B4E2ADEE3298}"/>
          </ac:picMkLst>
        </pc:picChg>
        <pc:picChg chg="add mod">
          <ac:chgData name="Maged Elhamady" userId="3c668177-9cc3-4dff-81f9-13505a85a121" providerId="ADAL" clId="{75A4AED5-7F7E-43E6-A565-30D2D57DBEE9}" dt="2024-04-16T14:03:34.397" v="5402" actId="1076"/>
          <ac:picMkLst>
            <pc:docMk/>
            <pc:sldMk cId="1826383348" sldId="585"/>
            <ac:picMk id="9" creationId="{5FE1F446-1267-AF4D-1768-9BD1F93E4B01}"/>
          </ac:picMkLst>
        </pc:picChg>
        <pc:picChg chg="add mod modCrop">
          <ac:chgData name="Maged Elhamady" userId="3c668177-9cc3-4dff-81f9-13505a85a121" providerId="ADAL" clId="{75A4AED5-7F7E-43E6-A565-30D2D57DBEE9}" dt="2024-04-04T05:09:56.456" v="2700" actId="1076"/>
          <ac:picMkLst>
            <pc:docMk/>
            <pc:sldMk cId="1826383348" sldId="585"/>
            <ac:picMk id="11" creationId="{BA423034-5DC6-653F-32D4-222E362DCF40}"/>
          </ac:picMkLst>
        </pc:picChg>
        <pc:picChg chg="add mod">
          <ac:chgData name="Maged Elhamady" userId="3c668177-9cc3-4dff-81f9-13505a85a121" providerId="ADAL" clId="{75A4AED5-7F7E-43E6-A565-30D2D57DBEE9}" dt="2024-04-04T05:14:58.084" v="2912" actId="571"/>
          <ac:picMkLst>
            <pc:docMk/>
            <pc:sldMk cId="1826383348" sldId="585"/>
            <ac:picMk id="22" creationId="{6068C5B4-F818-0716-3DC5-50AB84AD9EBC}"/>
          </ac:picMkLst>
        </pc:picChg>
        <pc:picChg chg="add mod">
          <ac:chgData name="Maged Elhamady" userId="3c668177-9cc3-4dff-81f9-13505a85a121" providerId="ADAL" clId="{75A4AED5-7F7E-43E6-A565-30D2D57DBEE9}" dt="2024-04-04T05:15:03.611" v="2914" actId="571"/>
          <ac:picMkLst>
            <pc:docMk/>
            <pc:sldMk cId="1826383348" sldId="585"/>
            <ac:picMk id="24" creationId="{74D3AD62-3817-0B55-E5F4-75AF7345A026}"/>
          </ac:picMkLst>
        </pc:picChg>
      </pc:sldChg>
      <pc:sldChg chg="add del">
        <pc:chgData name="Maged Elhamady" userId="3c668177-9cc3-4dff-81f9-13505a85a121" providerId="ADAL" clId="{75A4AED5-7F7E-43E6-A565-30D2D57DBEE9}" dt="2024-04-04T05:20:44.668" v="3008" actId="2890"/>
        <pc:sldMkLst>
          <pc:docMk/>
          <pc:sldMk cId="441127541" sldId="586"/>
        </pc:sldMkLst>
      </pc:sldChg>
      <pc:sldChg chg="addSp delSp modSp add mod ord">
        <pc:chgData name="Maged Elhamady" userId="3c668177-9cc3-4dff-81f9-13505a85a121" providerId="ADAL" clId="{75A4AED5-7F7E-43E6-A565-30D2D57DBEE9}" dt="2024-04-04T11:11:45.693" v="5373" actId="14100"/>
        <pc:sldMkLst>
          <pc:docMk/>
          <pc:sldMk cId="2789421994" sldId="586"/>
        </pc:sldMkLst>
        <pc:spChg chg="add del mod">
          <ac:chgData name="Maged Elhamady" userId="3c668177-9cc3-4dff-81f9-13505a85a121" providerId="ADAL" clId="{75A4AED5-7F7E-43E6-A565-30D2D57DBEE9}" dt="2024-04-04T05:32:50.794" v="3418" actId="478"/>
          <ac:spMkLst>
            <pc:docMk/>
            <pc:sldMk cId="2789421994" sldId="586"/>
            <ac:spMk id="2" creationId="{FC5DF15C-53E5-07CA-9851-88F76F36586D}"/>
          </ac:spMkLst>
        </pc:spChg>
        <pc:spChg chg="add del mod">
          <ac:chgData name="Maged Elhamady" userId="3c668177-9cc3-4dff-81f9-13505a85a121" providerId="ADAL" clId="{75A4AED5-7F7E-43E6-A565-30D2D57DBEE9}" dt="2024-04-04T05:33:01.492" v="3422" actId="478"/>
          <ac:spMkLst>
            <pc:docMk/>
            <pc:sldMk cId="2789421994" sldId="586"/>
            <ac:spMk id="4" creationId="{040D1348-1DB5-ABD0-D148-A6995614EA5F}"/>
          </ac:spMkLst>
        </pc:spChg>
        <pc:spChg chg="add del mod">
          <ac:chgData name="Maged Elhamady" userId="3c668177-9cc3-4dff-81f9-13505a85a121" providerId="ADAL" clId="{75A4AED5-7F7E-43E6-A565-30D2D57DBEE9}" dt="2024-04-04T05:37:14.120" v="3544" actId="478"/>
          <ac:spMkLst>
            <pc:docMk/>
            <pc:sldMk cId="2789421994" sldId="586"/>
            <ac:spMk id="5" creationId="{85FC2A9A-8359-D477-5942-893D6A4D068D}"/>
          </ac:spMkLst>
        </pc:spChg>
        <pc:spChg chg="mod">
          <ac:chgData name="Maged Elhamady" userId="3c668177-9cc3-4dff-81f9-13505a85a121" providerId="ADAL" clId="{75A4AED5-7F7E-43E6-A565-30D2D57DBEE9}" dt="2024-04-04T11:11:45.693" v="5373" actId="14100"/>
          <ac:spMkLst>
            <pc:docMk/>
            <pc:sldMk cId="2789421994" sldId="586"/>
            <ac:spMk id="6" creationId="{415EEFD4-4FDA-D702-06FC-AB3AC7BB48B6}"/>
          </ac:spMkLst>
        </pc:spChg>
        <pc:spChg chg="del">
          <ac:chgData name="Maged Elhamady" userId="3c668177-9cc3-4dff-81f9-13505a85a121" providerId="ADAL" clId="{75A4AED5-7F7E-43E6-A565-30D2D57DBEE9}" dt="2024-04-04T05:21:17.172" v="3063" actId="478"/>
          <ac:spMkLst>
            <pc:docMk/>
            <pc:sldMk cId="2789421994" sldId="586"/>
            <ac:spMk id="7" creationId="{929429D2-E749-457E-E0BB-1E5134ECDE56}"/>
          </ac:spMkLst>
        </pc:spChg>
        <pc:spChg chg="add mod">
          <ac:chgData name="Maged Elhamady" userId="3c668177-9cc3-4dff-81f9-13505a85a121" providerId="ADAL" clId="{75A4AED5-7F7E-43E6-A565-30D2D57DBEE9}" dt="2024-04-04T11:11:43.095" v="5372" actId="1076"/>
          <ac:spMkLst>
            <pc:docMk/>
            <pc:sldMk cId="2789421994" sldId="586"/>
            <ac:spMk id="7" creationId="{E63D1908-23BE-98A6-B196-CB8D7D7DF3CE}"/>
          </ac:spMkLst>
        </pc:spChg>
        <pc:spChg chg="add mod">
          <ac:chgData name="Maged Elhamady" userId="3c668177-9cc3-4dff-81f9-13505a85a121" providerId="ADAL" clId="{75A4AED5-7F7E-43E6-A565-30D2D57DBEE9}" dt="2024-04-04T05:26:33.216" v="3391" actId="14100"/>
          <ac:spMkLst>
            <pc:docMk/>
            <pc:sldMk cId="2789421994" sldId="586"/>
            <ac:spMk id="11" creationId="{86D0ABEA-5B68-A9B3-7A84-AA0A22B9AE6B}"/>
          </ac:spMkLst>
        </pc:spChg>
        <pc:spChg chg="del">
          <ac:chgData name="Maged Elhamady" userId="3c668177-9cc3-4dff-81f9-13505a85a121" providerId="ADAL" clId="{75A4AED5-7F7E-43E6-A565-30D2D57DBEE9}" dt="2024-04-04T05:21:19.409" v="3066" actId="478"/>
          <ac:spMkLst>
            <pc:docMk/>
            <pc:sldMk cId="2789421994" sldId="586"/>
            <ac:spMk id="12" creationId="{D9F9214E-FE64-57B3-4677-095F7AB1DD98}"/>
          </ac:spMkLst>
        </pc:spChg>
        <pc:spChg chg="add mod">
          <ac:chgData name="Maged Elhamady" userId="3c668177-9cc3-4dff-81f9-13505a85a121" providerId="ADAL" clId="{75A4AED5-7F7E-43E6-A565-30D2D57DBEE9}" dt="2024-04-04T05:27:13.115" v="3400" actId="14100"/>
          <ac:spMkLst>
            <pc:docMk/>
            <pc:sldMk cId="2789421994" sldId="586"/>
            <ac:spMk id="13" creationId="{62CB8C4F-78FF-4ECE-D738-4434E341B2A5}"/>
          </ac:spMkLst>
        </pc:spChg>
        <pc:spChg chg="add mod">
          <ac:chgData name="Maged Elhamady" userId="3c668177-9cc3-4dff-81f9-13505a85a121" providerId="ADAL" clId="{75A4AED5-7F7E-43E6-A565-30D2D57DBEE9}" dt="2024-04-04T05:27:20.170" v="3403" actId="208"/>
          <ac:spMkLst>
            <pc:docMk/>
            <pc:sldMk cId="2789421994" sldId="586"/>
            <ac:spMk id="14" creationId="{8C4591FF-A8BF-7681-C131-3A79A4B58D82}"/>
          </ac:spMkLst>
        </pc:spChg>
        <pc:spChg chg="add mod">
          <ac:chgData name="Maged Elhamady" userId="3c668177-9cc3-4dff-81f9-13505a85a121" providerId="ADAL" clId="{75A4AED5-7F7E-43E6-A565-30D2D57DBEE9}" dt="2024-04-04T05:27:33.849" v="3405" actId="14100"/>
          <ac:spMkLst>
            <pc:docMk/>
            <pc:sldMk cId="2789421994" sldId="586"/>
            <ac:spMk id="15" creationId="{F63421BE-95EC-88E5-7648-10E2CDC20A07}"/>
          </ac:spMkLst>
        </pc:spChg>
        <pc:spChg chg="del">
          <ac:chgData name="Maged Elhamady" userId="3c668177-9cc3-4dff-81f9-13505a85a121" providerId="ADAL" clId="{75A4AED5-7F7E-43E6-A565-30D2D57DBEE9}" dt="2024-04-04T05:21:16.743" v="3062" actId="478"/>
          <ac:spMkLst>
            <pc:docMk/>
            <pc:sldMk cId="2789421994" sldId="586"/>
            <ac:spMk id="16" creationId="{2D48D314-164D-942E-2F63-2900DDDA130A}"/>
          </ac:spMkLst>
        </pc:spChg>
        <pc:spChg chg="del">
          <ac:chgData name="Maged Elhamady" userId="3c668177-9cc3-4dff-81f9-13505a85a121" providerId="ADAL" clId="{75A4AED5-7F7E-43E6-A565-30D2D57DBEE9}" dt="2024-04-04T05:21:16.145" v="3061" actId="478"/>
          <ac:spMkLst>
            <pc:docMk/>
            <pc:sldMk cId="2789421994" sldId="586"/>
            <ac:spMk id="17" creationId="{83260B05-C997-AA66-D38A-AFA7BF705C3F}"/>
          </ac:spMkLst>
        </pc:spChg>
        <pc:spChg chg="del">
          <ac:chgData name="Maged Elhamady" userId="3c668177-9cc3-4dff-81f9-13505a85a121" providerId="ADAL" clId="{75A4AED5-7F7E-43E6-A565-30D2D57DBEE9}" dt="2024-04-04T05:21:18.973" v="3065" actId="478"/>
          <ac:spMkLst>
            <pc:docMk/>
            <pc:sldMk cId="2789421994" sldId="586"/>
            <ac:spMk id="18" creationId="{35A9016F-AEA8-316E-78FC-C44AC9FD1C10}"/>
          </ac:spMkLst>
        </pc:spChg>
        <pc:spChg chg="del">
          <ac:chgData name="Maged Elhamady" userId="3c668177-9cc3-4dff-81f9-13505a85a121" providerId="ADAL" clId="{75A4AED5-7F7E-43E6-A565-30D2D57DBEE9}" dt="2024-04-04T05:21:17.831" v="3064" actId="478"/>
          <ac:spMkLst>
            <pc:docMk/>
            <pc:sldMk cId="2789421994" sldId="586"/>
            <ac:spMk id="19" creationId="{5D0A7C4F-3E80-6BDE-3C84-CBE37E9EDB4D}"/>
          </ac:spMkLst>
        </pc:spChg>
        <pc:picChg chg="add mod">
          <ac:chgData name="Maged Elhamady" userId="3c668177-9cc3-4dff-81f9-13505a85a121" providerId="ADAL" clId="{75A4AED5-7F7E-43E6-A565-30D2D57DBEE9}" dt="2024-04-04T05:26:07.043" v="3383" actId="1076"/>
          <ac:picMkLst>
            <pc:docMk/>
            <pc:sldMk cId="2789421994" sldId="586"/>
            <ac:picMk id="3" creationId="{082992F7-0411-8E00-BD36-D34C343A582B}"/>
          </ac:picMkLst>
        </pc:picChg>
        <pc:picChg chg="del">
          <ac:chgData name="Maged Elhamady" userId="3c668177-9cc3-4dff-81f9-13505a85a121" providerId="ADAL" clId="{75A4AED5-7F7E-43E6-A565-30D2D57DBEE9}" dt="2024-04-04T05:21:14.935" v="3060" actId="478"/>
          <ac:picMkLst>
            <pc:docMk/>
            <pc:sldMk cId="2789421994" sldId="586"/>
            <ac:picMk id="4" creationId="{58FF9D2F-9DB6-A078-DFBE-20D9F8829C6A}"/>
          </ac:picMkLst>
        </pc:picChg>
        <pc:picChg chg="add mod">
          <ac:chgData name="Maged Elhamady" userId="3c668177-9cc3-4dff-81f9-13505a85a121" providerId="ADAL" clId="{75A4AED5-7F7E-43E6-A565-30D2D57DBEE9}" dt="2024-04-04T05:26:50.965" v="3395" actId="1076"/>
          <ac:picMkLst>
            <pc:docMk/>
            <pc:sldMk cId="2789421994" sldId="586"/>
            <ac:picMk id="8" creationId="{EEAB30BE-E8BE-71A5-F491-7977994CCB50}"/>
          </ac:picMkLst>
        </pc:picChg>
        <pc:picChg chg="add mod">
          <ac:chgData name="Maged Elhamady" userId="3c668177-9cc3-4dff-81f9-13505a85a121" providerId="ADAL" clId="{75A4AED5-7F7E-43E6-A565-30D2D57DBEE9}" dt="2024-04-04T05:25:38.922" v="3374" actId="1037"/>
          <ac:picMkLst>
            <pc:docMk/>
            <pc:sldMk cId="2789421994" sldId="586"/>
            <ac:picMk id="10" creationId="{B4E19EA5-7751-60A1-AFD5-5D74135A1002}"/>
          </ac:picMkLst>
        </pc:picChg>
      </pc:sldChg>
      <pc:sldChg chg="addSp delSp modSp new mod ord">
        <pc:chgData name="Maged Elhamady" userId="3c668177-9cc3-4dff-81f9-13505a85a121" providerId="ADAL" clId="{75A4AED5-7F7E-43E6-A565-30D2D57DBEE9}" dt="2024-04-16T16:43:50.991" v="5434" actId="14826"/>
        <pc:sldMkLst>
          <pc:docMk/>
          <pc:sldMk cId="3668380584" sldId="587"/>
        </pc:sldMkLst>
        <pc:spChg chg="add mod">
          <ac:chgData name="Maged Elhamady" userId="3c668177-9cc3-4dff-81f9-13505a85a121" providerId="ADAL" clId="{75A4AED5-7F7E-43E6-A565-30D2D57DBEE9}" dt="2024-04-04T10:15:57.510" v="3764" actId="20577"/>
          <ac:spMkLst>
            <pc:docMk/>
            <pc:sldMk cId="3668380584" sldId="587"/>
            <ac:spMk id="2" creationId="{4AAF2755-3173-C943-DFD7-38901B0EB197}"/>
          </ac:spMkLst>
        </pc:spChg>
        <pc:spChg chg="add mod">
          <ac:chgData name="Maged Elhamady" userId="3c668177-9cc3-4dff-81f9-13505a85a121" providerId="ADAL" clId="{75A4AED5-7F7E-43E6-A565-30D2D57DBEE9}" dt="2024-04-04T10:37:02.981" v="4010" actId="1076"/>
          <ac:spMkLst>
            <pc:docMk/>
            <pc:sldMk cId="3668380584" sldId="587"/>
            <ac:spMk id="3" creationId="{EEF55AF3-3C63-D412-08E9-0A678B342519}"/>
          </ac:spMkLst>
        </pc:spChg>
        <pc:spChg chg="add mod">
          <ac:chgData name="Maged Elhamady" userId="3c668177-9cc3-4dff-81f9-13505a85a121" providerId="ADAL" clId="{75A4AED5-7F7E-43E6-A565-30D2D57DBEE9}" dt="2024-04-04T10:47:37.029" v="4326" actId="14100"/>
          <ac:spMkLst>
            <pc:docMk/>
            <pc:sldMk cId="3668380584" sldId="587"/>
            <ac:spMk id="4" creationId="{BC1236D4-1FE1-409B-CB13-93D1CE460164}"/>
          </ac:spMkLst>
        </pc:spChg>
        <pc:spChg chg="add mod">
          <ac:chgData name="Maged Elhamady" userId="3c668177-9cc3-4dff-81f9-13505a85a121" providerId="ADAL" clId="{75A4AED5-7F7E-43E6-A565-30D2D57DBEE9}" dt="2024-04-04T11:02:53.862" v="5153" actId="1076"/>
          <ac:spMkLst>
            <pc:docMk/>
            <pc:sldMk cId="3668380584" sldId="587"/>
            <ac:spMk id="7" creationId="{53B83D10-DFA5-B9F1-1776-95F5B193962F}"/>
          </ac:spMkLst>
        </pc:spChg>
        <pc:spChg chg="add mod">
          <ac:chgData name="Maged Elhamady" userId="3c668177-9cc3-4dff-81f9-13505a85a121" providerId="ADAL" clId="{75A4AED5-7F7E-43E6-A565-30D2D57DBEE9}" dt="2024-04-04T10:44:00.277" v="4075" actId="14100"/>
          <ac:spMkLst>
            <pc:docMk/>
            <pc:sldMk cId="3668380584" sldId="587"/>
            <ac:spMk id="11" creationId="{C97AD492-7C23-DC8C-E8EA-365B43111619}"/>
          </ac:spMkLst>
        </pc:spChg>
        <pc:spChg chg="add del mod">
          <ac:chgData name="Maged Elhamady" userId="3c668177-9cc3-4dff-81f9-13505a85a121" providerId="ADAL" clId="{75A4AED5-7F7E-43E6-A565-30D2D57DBEE9}" dt="2024-04-04T10:30:19.090" v="3999" actId="478"/>
          <ac:spMkLst>
            <pc:docMk/>
            <pc:sldMk cId="3668380584" sldId="587"/>
            <ac:spMk id="12" creationId="{5B949CC6-0FD4-4B52-FB74-6288CCD83F41}"/>
          </ac:spMkLst>
        </pc:spChg>
        <pc:spChg chg="add mod">
          <ac:chgData name="Maged Elhamady" userId="3c668177-9cc3-4dff-81f9-13505a85a121" providerId="ADAL" clId="{75A4AED5-7F7E-43E6-A565-30D2D57DBEE9}" dt="2024-04-04T10:39:01.276" v="4069" actId="20577"/>
          <ac:spMkLst>
            <pc:docMk/>
            <pc:sldMk cId="3668380584" sldId="587"/>
            <ac:spMk id="15" creationId="{481FB3DA-1234-3FA0-9557-1A0577251B28}"/>
          </ac:spMkLst>
        </pc:spChg>
        <pc:spChg chg="add mod">
          <ac:chgData name="Maged Elhamady" userId="3c668177-9cc3-4dff-81f9-13505a85a121" providerId="ADAL" clId="{75A4AED5-7F7E-43E6-A565-30D2D57DBEE9}" dt="2024-04-04T10:38:27.926" v="4057" actId="1076"/>
          <ac:spMkLst>
            <pc:docMk/>
            <pc:sldMk cId="3668380584" sldId="587"/>
            <ac:spMk id="16" creationId="{03A30B64-4F0C-4C4A-3DAF-2B989834E729}"/>
          </ac:spMkLst>
        </pc:spChg>
        <pc:spChg chg="add mod">
          <ac:chgData name="Maged Elhamady" userId="3c668177-9cc3-4dff-81f9-13505a85a121" providerId="ADAL" clId="{75A4AED5-7F7E-43E6-A565-30D2D57DBEE9}" dt="2024-04-04T10:39:15.310" v="4070" actId="14100"/>
          <ac:spMkLst>
            <pc:docMk/>
            <pc:sldMk cId="3668380584" sldId="587"/>
            <ac:spMk id="18" creationId="{23D2B1FF-8CF9-E0F9-17D3-32507642FC0F}"/>
          </ac:spMkLst>
        </pc:spChg>
        <pc:spChg chg="add del mod">
          <ac:chgData name="Maged Elhamady" userId="3c668177-9cc3-4dff-81f9-13505a85a121" providerId="ADAL" clId="{75A4AED5-7F7E-43E6-A565-30D2D57DBEE9}" dt="2024-04-04T10:37:42.942" v="4022" actId="478"/>
          <ac:spMkLst>
            <pc:docMk/>
            <pc:sldMk cId="3668380584" sldId="587"/>
            <ac:spMk id="19" creationId="{0F6E0BDF-1C47-8161-0B28-2347DEEFD9FB}"/>
          </ac:spMkLst>
        </pc:spChg>
        <pc:spChg chg="add del mod">
          <ac:chgData name="Maged Elhamady" userId="3c668177-9cc3-4dff-81f9-13505a85a121" providerId="ADAL" clId="{75A4AED5-7F7E-43E6-A565-30D2D57DBEE9}" dt="2024-04-04T10:44:03.894" v="4078" actId="478"/>
          <ac:spMkLst>
            <pc:docMk/>
            <pc:sldMk cId="3668380584" sldId="587"/>
            <ac:spMk id="23" creationId="{4D9C85ED-0734-5DF9-824A-CA9028686FC8}"/>
          </ac:spMkLst>
        </pc:spChg>
        <pc:spChg chg="add mod">
          <ac:chgData name="Maged Elhamady" userId="3c668177-9cc3-4dff-81f9-13505a85a121" providerId="ADAL" clId="{75A4AED5-7F7E-43E6-A565-30D2D57DBEE9}" dt="2024-04-15T11:35:49.585" v="5395" actId="20577"/>
          <ac:spMkLst>
            <pc:docMk/>
            <pc:sldMk cId="3668380584" sldId="587"/>
            <ac:spMk id="24" creationId="{884E2F5B-CE01-BAA9-456E-4E252E51B96D}"/>
          </ac:spMkLst>
        </pc:spChg>
        <pc:picChg chg="add del">
          <ac:chgData name="Maged Elhamady" userId="3c668177-9cc3-4dff-81f9-13505a85a121" providerId="ADAL" clId="{75A4AED5-7F7E-43E6-A565-30D2D57DBEE9}" dt="2024-04-16T16:43:28.609" v="5432" actId="22"/>
          <ac:picMkLst>
            <pc:docMk/>
            <pc:sldMk cId="3668380584" sldId="587"/>
            <ac:picMk id="8" creationId="{39535CE6-1662-E166-A0B0-88ED1A06A793}"/>
          </ac:picMkLst>
        </pc:picChg>
        <pc:picChg chg="add del mod">
          <ac:chgData name="Maged Elhamady" userId="3c668177-9cc3-4dff-81f9-13505a85a121" providerId="ADAL" clId="{75A4AED5-7F7E-43E6-A565-30D2D57DBEE9}" dt="2024-04-04T10:29:13.943" v="3917" actId="478"/>
          <ac:picMkLst>
            <pc:docMk/>
            <pc:sldMk cId="3668380584" sldId="587"/>
            <ac:picMk id="10" creationId="{1F02EBC9-420A-C155-E6C0-588528649849}"/>
          </ac:picMkLst>
        </pc:picChg>
        <pc:picChg chg="add del mod">
          <ac:chgData name="Maged Elhamady" userId="3c668177-9cc3-4dff-81f9-13505a85a121" providerId="ADAL" clId="{75A4AED5-7F7E-43E6-A565-30D2D57DBEE9}" dt="2024-04-04T10:43:46.942" v="4071" actId="478"/>
          <ac:picMkLst>
            <pc:docMk/>
            <pc:sldMk cId="3668380584" sldId="587"/>
            <ac:picMk id="14" creationId="{3C401FFC-433C-C87F-49EB-A9F9FE52C103}"/>
          </ac:picMkLst>
        </pc:picChg>
        <pc:picChg chg="add del mod">
          <ac:chgData name="Maged Elhamady" userId="3c668177-9cc3-4dff-81f9-13505a85a121" providerId="ADAL" clId="{75A4AED5-7F7E-43E6-A565-30D2D57DBEE9}" dt="2024-04-04T11:07:39.256" v="5179" actId="478"/>
          <ac:picMkLst>
            <pc:docMk/>
            <pc:sldMk cId="3668380584" sldId="587"/>
            <ac:picMk id="22" creationId="{FA85BE47-3CF4-26AB-2C1C-4E22152132B3}"/>
          </ac:picMkLst>
        </pc:picChg>
        <pc:picChg chg="add del mod">
          <ac:chgData name="Maged Elhamady" userId="3c668177-9cc3-4dff-81f9-13505a85a121" providerId="ADAL" clId="{75A4AED5-7F7E-43E6-A565-30D2D57DBEE9}" dt="2024-04-16T16:43:50.991" v="5434" actId="14826"/>
          <ac:picMkLst>
            <pc:docMk/>
            <pc:sldMk cId="3668380584" sldId="587"/>
            <ac:picMk id="26" creationId="{302D4140-677F-4098-8A8D-E54F99BA58F0}"/>
          </ac:picMkLst>
        </pc:picChg>
        <pc:cxnChg chg="add mod">
          <ac:chgData name="Maged Elhamady" userId="3c668177-9cc3-4dff-81f9-13505a85a121" providerId="ADAL" clId="{75A4AED5-7F7E-43E6-A565-30D2D57DBEE9}" dt="2024-04-04T10:37:02.981" v="4010" actId="1076"/>
          <ac:cxnSpMkLst>
            <pc:docMk/>
            <pc:sldMk cId="3668380584" sldId="587"/>
            <ac:cxnSpMk id="6" creationId="{C362B61A-D5E4-31D1-0486-09F7E81657C6}"/>
          </ac:cxnSpMkLst>
        </pc:cxnChg>
        <pc:cxnChg chg="add mod">
          <ac:chgData name="Maged Elhamady" userId="3c668177-9cc3-4dff-81f9-13505a85a121" providerId="ADAL" clId="{75A4AED5-7F7E-43E6-A565-30D2D57DBEE9}" dt="2024-04-04T10:38:16.828" v="4048" actId="14100"/>
          <ac:cxnSpMkLst>
            <pc:docMk/>
            <pc:sldMk cId="3668380584" sldId="587"/>
            <ac:cxnSpMk id="17" creationId="{686A0692-4888-7B99-A78F-17EB035E2C8F}"/>
          </ac:cxnSpMkLst>
        </pc:cxnChg>
      </pc:sldChg>
      <pc:sldChg chg="addSp delSp modSp add mod">
        <pc:chgData name="Maged Elhamady" userId="3c668177-9cc3-4dff-81f9-13505a85a121" providerId="ADAL" clId="{75A4AED5-7F7E-43E6-A565-30D2D57DBEE9}" dt="2024-04-16T16:44:00.195" v="5436" actId="14826"/>
        <pc:sldMkLst>
          <pc:docMk/>
          <pc:sldMk cId="4187361374" sldId="588"/>
        </pc:sldMkLst>
        <pc:spChg chg="mod">
          <ac:chgData name="Maged Elhamady" userId="3c668177-9cc3-4dff-81f9-13505a85a121" providerId="ADAL" clId="{75A4AED5-7F7E-43E6-A565-30D2D57DBEE9}" dt="2024-04-04T10:46:53.793" v="4315" actId="20577"/>
          <ac:spMkLst>
            <pc:docMk/>
            <pc:sldMk cId="4187361374" sldId="588"/>
            <ac:spMk id="3" creationId="{EEF55AF3-3C63-D412-08E9-0A678B342519}"/>
          </ac:spMkLst>
        </pc:spChg>
        <pc:spChg chg="mod">
          <ac:chgData name="Maged Elhamady" userId="3c668177-9cc3-4dff-81f9-13505a85a121" providerId="ADAL" clId="{75A4AED5-7F7E-43E6-A565-30D2D57DBEE9}" dt="2024-04-04T10:47:19.631" v="4322" actId="20577"/>
          <ac:spMkLst>
            <pc:docMk/>
            <pc:sldMk cId="4187361374" sldId="588"/>
            <ac:spMk id="4" creationId="{BC1236D4-1FE1-409B-CB13-93D1CE460164}"/>
          </ac:spMkLst>
        </pc:spChg>
        <pc:spChg chg="mod">
          <ac:chgData name="Maged Elhamady" userId="3c668177-9cc3-4dff-81f9-13505a85a121" providerId="ADAL" clId="{75A4AED5-7F7E-43E6-A565-30D2D57DBEE9}" dt="2024-04-04T10:47:31.845" v="4324" actId="14100"/>
          <ac:spMkLst>
            <pc:docMk/>
            <pc:sldMk cId="4187361374" sldId="588"/>
            <ac:spMk id="7" creationId="{53B83D10-DFA5-B9F1-1776-95F5B193962F}"/>
          </ac:spMkLst>
        </pc:spChg>
        <pc:spChg chg="mod">
          <ac:chgData name="Maged Elhamady" userId="3c668177-9cc3-4dff-81f9-13505a85a121" providerId="ADAL" clId="{75A4AED5-7F7E-43E6-A565-30D2D57DBEE9}" dt="2024-04-04T10:49:02.572" v="4368" actId="20577"/>
          <ac:spMkLst>
            <pc:docMk/>
            <pc:sldMk cId="4187361374" sldId="588"/>
            <ac:spMk id="15" creationId="{481FB3DA-1234-3FA0-9557-1A0577251B28}"/>
          </ac:spMkLst>
        </pc:spChg>
        <pc:spChg chg="mod">
          <ac:chgData name="Maged Elhamady" userId="3c668177-9cc3-4dff-81f9-13505a85a121" providerId="ADAL" clId="{75A4AED5-7F7E-43E6-A565-30D2D57DBEE9}" dt="2024-04-04T10:48:24.271" v="4353" actId="20577"/>
          <ac:spMkLst>
            <pc:docMk/>
            <pc:sldMk cId="4187361374" sldId="588"/>
            <ac:spMk id="16" creationId="{03A30B64-4F0C-4C4A-3DAF-2B989834E729}"/>
          </ac:spMkLst>
        </pc:spChg>
        <pc:spChg chg="mod">
          <ac:chgData name="Maged Elhamady" userId="3c668177-9cc3-4dff-81f9-13505a85a121" providerId="ADAL" clId="{75A4AED5-7F7E-43E6-A565-30D2D57DBEE9}" dt="2024-04-04T10:48:45.214" v="4358" actId="14100"/>
          <ac:spMkLst>
            <pc:docMk/>
            <pc:sldMk cId="4187361374" sldId="588"/>
            <ac:spMk id="18" creationId="{23D2B1FF-8CF9-E0F9-17D3-32507642FC0F}"/>
          </ac:spMkLst>
        </pc:spChg>
        <pc:spChg chg="mod">
          <ac:chgData name="Maged Elhamady" userId="3c668177-9cc3-4dff-81f9-13505a85a121" providerId="ADAL" clId="{75A4AED5-7F7E-43E6-A565-30D2D57DBEE9}" dt="2024-04-04T10:55:30.878" v="4920" actId="20577"/>
          <ac:spMkLst>
            <pc:docMk/>
            <pc:sldMk cId="4187361374" sldId="588"/>
            <ac:spMk id="24" creationId="{884E2F5B-CE01-BAA9-456E-4E252E51B96D}"/>
          </ac:spMkLst>
        </pc:spChg>
        <pc:picChg chg="add mod">
          <ac:chgData name="Maged Elhamady" userId="3c668177-9cc3-4dff-81f9-13505a85a121" providerId="ADAL" clId="{75A4AED5-7F7E-43E6-A565-30D2D57DBEE9}" dt="2024-04-16T16:44:00.195" v="5436" actId="14826"/>
          <ac:picMkLst>
            <pc:docMk/>
            <pc:sldMk cId="4187361374" sldId="588"/>
            <ac:picMk id="10" creationId="{6DF4389A-7F75-42C9-1973-734F7D0239B6}"/>
          </ac:picMkLst>
        </pc:picChg>
        <pc:picChg chg="del">
          <ac:chgData name="Maged Elhamady" userId="3c668177-9cc3-4dff-81f9-13505a85a121" providerId="ADAL" clId="{75A4AED5-7F7E-43E6-A565-30D2D57DBEE9}" dt="2024-04-04T11:07:51.097" v="5187" actId="478"/>
          <ac:picMkLst>
            <pc:docMk/>
            <pc:sldMk cId="4187361374" sldId="588"/>
            <ac:picMk id="22" creationId="{FA85BE47-3CF4-26AB-2C1C-4E22152132B3}"/>
          </ac:picMkLst>
        </pc:picChg>
        <pc:cxnChg chg="mod">
          <ac:chgData name="Maged Elhamady" userId="3c668177-9cc3-4dff-81f9-13505a85a121" providerId="ADAL" clId="{75A4AED5-7F7E-43E6-A565-30D2D57DBEE9}" dt="2024-04-04T11:13:46.344" v="5376" actId="14100"/>
          <ac:cxnSpMkLst>
            <pc:docMk/>
            <pc:sldMk cId="4187361374" sldId="588"/>
            <ac:cxnSpMk id="6" creationId="{C362B61A-D5E4-31D1-0486-09F7E81657C6}"/>
          </ac:cxnSpMkLst>
        </pc:cxnChg>
        <pc:cxnChg chg="mod">
          <ac:chgData name="Maged Elhamady" userId="3c668177-9cc3-4dff-81f9-13505a85a121" providerId="ADAL" clId="{75A4AED5-7F7E-43E6-A565-30D2D57DBEE9}" dt="2024-04-04T10:48:47.940" v="4359" actId="14100"/>
          <ac:cxnSpMkLst>
            <pc:docMk/>
            <pc:sldMk cId="4187361374" sldId="588"/>
            <ac:cxnSpMk id="17" creationId="{686A0692-4888-7B99-A78F-17EB035E2C8F}"/>
          </ac:cxnSpMkLst>
        </pc:cxnChg>
      </pc:sldChg>
      <pc:sldChg chg="modSp add del mod">
        <pc:chgData name="Maged Elhamady" userId="3c668177-9cc3-4dff-81f9-13505a85a121" providerId="ADAL" clId="{75A4AED5-7F7E-43E6-A565-30D2D57DBEE9}" dt="2024-04-04T10:56:49.817" v="4964" actId="2890"/>
        <pc:sldMkLst>
          <pc:docMk/>
          <pc:sldMk cId="121430205" sldId="589"/>
        </pc:sldMkLst>
        <pc:spChg chg="mod">
          <ac:chgData name="Maged Elhamady" userId="3c668177-9cc3-4dff-81f9-13505a85a121" providerId="ADAL" clId="{75A4AED5-7F7E-43E6-A565-30D2D57DBEE9}" dt="2024-04-04T10:56:49.322" v="4963" actId="20577"/>
          <ac:spMkLst>
            <pc:docMk/>
            <pc:sldMk cId="121430205" sldId="589"/>
            <ac:spMk id="3" creationId="{EEF55AF3-3C63-D412-08E9-0A678B342519}"/>
          </ac:spMkLst>
        </pc:spChg>
      </pc:sldChg>
      <pc:sldChg chg="addSp delSp modSp add mod">
        <pc:chgData name="Maged Elhamady" userId="3c668177-9cc3-4dff-81f9-13505a85a121" providerId="ADAL" clId="{75A4AED5-7F7E-43E6-A565-30D2D57DBEE9}" dt="2024-04-16T16:43:55.168" v="5435" actId="14826"/>
        <pc:sldMkLst>
          <pc:docMk/>
          <pc:sldMk cId="3968859877" sldId="589"/>
        </pc:sldMkLst>
        <pc:spChg chg="mod">
          <ac:chgData name="Maged Elhamady" userId="3c668177-9cc3-4dff-81f9-13505a85a121" providerId="ADAL" clId="{75A4AED5-7F7E-43E6-A565-30D2D57DBEE9}" dt="2024-04-04T10:56:55.116" v="4979" actId="20577"/>
          <ac:spMkLst>
            <pc:docMk/>
            <pc:sldMk cId="3968859877" sldId="589"/>
            <ac:spMk id="3" creationId="{EEF55AF3-3C63-D412-08E9-0A678B342519}"/>
          </ac:spMkLst>
        </pc:spChg>
        <pc:spChg chg="mod">
          <ac:chgData name="Maged Elhamady" userId="3c668177-9cc3-4dff-81f9-13505a85a121" providerId="ADAL" clId="{75A4AED5-7F7E-43E6-A565-30D2D57DBEE9}" dt="2024-04-04T11:02:48.831" v="5152" actId="14100"/>
          <ac:spMkLst>
            <pc:docMk/>
            <pc:sldMk cId="3968859877" sldId="589"/>
            <ac:spMk id="4" creationId="{BC1236D4-1FE1-409B-CB13-93D1CE460164}"/>
          </ac:spMkLst>
        </pc:spChg>
        <pc:spChg chg="mod">
          <ac:chgData name="Maged Elhamady" userId="3c668177-9cc3-4dff-81f9-13505a85a121" providerId="ADAL" clId="{75A4AED5-7F7E-43E6-A565-30D2D57DBEE9}" dt="2024-04-04T11:13:40.721" v="5375" actId="1076"/>
          <ac:spMkLst>
            <pc:docMk/>
            <pc:sldMk cId="3968859877" sldId="589"/>
            <ac:spMk id="7" creationId="{53B83D10-DFA5-B9F1-1776-95F5B193962F}"/>
          </ac:spMkLst>
        </pc:spChg>
        <pc:spChg chg="del">
          <ac:chgData name="Maged Elhamady" userId="3c668177-9cc3-4dff-81f9-13505a85a121" providerId="ADAL" clId="{75A4AED5-7F7E-43E6-A565-30D2D57DBEE9}" dt="2024-04-04T11:12:45.034" v="5374" actId="478"/>
          <ac:spMkLst>
            <pc:docMk/>
            <pc:sldMk cId="3968859877" sldId="589"/>
            <ac:spMk id="11" creationId="{C97AD492-7C23-DC8C-E8EA-365B43111619}"/>
          </ac:spMkLst>
        </pc:spChg>
        <pc:spChg chg="mod">
          <ac:chgData name="Maged Elhamady" userId="3c668177-9cc3-4dff-81f9-13505a85a121" providerId="ADAL" clId="{75A4AED5-7F7E-43E6-A565-30D2D57DBEE9}" dt="2024-04-16T16:42:37.811" v="5416" actId="20577"/>
          <ac:spMkLst>
            <pc:docMk/>
            <pc:sldMk cId="3968859877" sldId="589"/>
            <ac:spMk id="15" creationId="{481FB3DA-1234-3FA0-9557-1A0577251B28}"/>
          </ac:spMkLst>
        </pc:spChg>
        <pc:spChg chg="mod">
          <ac:chgData name="Maged Elhamady" userId="3c668177-9cc3-4dff-81f9-13505a85a121" providerId="ADAL" clId="{75A4AED5-7F7E-43E6-A565-30D2D57DBEE9}" dt="2024-04-04T11:10:03.034" v="5232" actId="20577"/>
          <ac:spMkLst>
            <pc:docMk/>
            <pc:sldMk cId="3968859877" sldId="589"/>
            <ac:spMk id="16" creationId="{03A30B64-4F0C-4C4A-3DAF-2B989834E729}"/>
          </ac:spMkLst>
        </pc:spChg>
        <pc:spChg chg="mod">
          <ac:chgData name="Maged Elhamady" userId="3c668177-9cc3-4dff-81f9-13505a85a121" providerId="ADAL" clId="{75A4AED5-7F7E-43E6-A565-30D2D57DBEE9}" dt="2024-04-04T11:09:52.082" v="5226" actId="20577"/>
          <ac:spMkLst>
            <pc:docMk/>
            <pc:sldMk cId="3968859877" sldId="589"/>
            <ac:spMk id="18" creationId="{23D2B1FF-8CF9-E0F9-17D3-32507642FC0F}"/>
          </ac:spMkLst>
        </pc:spChg>
        <pc:spChg chg="mod">
          <ac:chgData name="Maged Elhamady" userId="3c668177-9cc3-4dff-81f9-13505a85a121" providerId="ADAL" clId="{75A4AED5-7F7E-43E6-A565-30D2D57DBEE9}" dt="2024-04-16T16:42:56.816" v="5429" actId="20577"/>
          <ac:spMkLst>
            <pc:docMk/>
            <pc:sldMk cId="3968859877" sldId="589"/>
            <ac:spMk id="24" creationId="{884E2F5B-CE01-BAA9-456E-4E252E51B96D}"/>
          </ac:spMkLst>
        </pc:spChg>
        <pc:picChg chg="add del mod">
          <ac:chgData name="Maged Elhamady" userId="3c668177-9cc3-4dff-81f9-13505a85a121" providerId="ADAL" clId="{75A4AED5-7F7E-43E6-A565-30D2D57DBEE9}" dt="2024-04-04T11:06:43.036" v="5178" actId="22"/>
          <ac:picMkLst>
            <pc:docMk/>
            <pc:sldMk cId="3968859877" sldId="589"/>
            <ac:picMk id="9" creationId="{C928A881-5DAB-9123-F48D-6F3F8782E0D9}"/>
          </ac:picMkLst>
        </pc:picChg>
        <pc:picChg chg="add del">
          <ac:chgData name="Maged Elhamady" userId="3c668177-9cc3-4dff-81f9-13505a85a121" providerId="ADAL" clId="{75A4AED5-7F7E-43E6-A565-30D2D57DBEE9}" dt="2024-04-04T11:07:47.917" v="5185" actId="22"/>
          <ac:picMkLst>
            <pc:docMk/>
            <pc:sldMk cId="3968859877" sldId="589"/>
            <ac:picMk id="12" creationId="{48B430EA-2C0D-CD67-A757-81820E2A99F1}"/>
          </ac:picMkLst>
        </pc:picChg>
        <pc:picChg chg="add mod">
          <ac:chgData name="Maged Elhamady" userId="3c668177-9cc3-4dff-81f9-13505a85a121" providerId="ADAL" clId="{75A4AED5-7F7E-43E6-A565-30D2D57DBEE9}" dt="2024-04-16T16:43:55.168" v="5435" actId="14826"/>
          <ac:picMkLst>
            <pc:docMk/>
            <pc:sldMk cId="3968859877" sldId="589"/>
            <ac:picMk id="13" creationId="{35753BFE-8F9D-8E9E-910D-0328D0A71861}"/>
          </ac:picMkLst>
        </pc:picChg>
        <pc:picChg chg="del">
          <ac:chgData name="Maged Elhamady" userId="3c668177-9cc3-4dff-81f9-13505a85a121" providerId="ADAL" clId="{75A4AED5-7F7E-43E6-A565-30D2D57DBEE9}" dt="2024-04-04T11:06:01.051" v="5172" actId="478"/>
          <ac:picMkLst>
            <pc:docMk/>
            <pc:sldMk cId="3968859877" sldId="589"/>
            <ac:picMk id="22" creationId="{FA85BE47-3CF4-26AB-2C1C-4E22152132B3}"/>
          </ac:picMkLst>
        </pc:picChg>
        <pc:cxnChg chg="mod">
          <ac:chgData name="Maged Elhamady" userId="3c668177-9cc3-4dff-81f9-13505a85a121" providerId="ADAL" clId="{75A4AED5-7F7E-43E6-A565-30D2D57DBEE9}" dt="2024-04-04T11:01:40.016" v="5151" actId="14100"/>
          <ac:cxnSpMkLst>
            <pc:docMk/>
            <pc:sldMk cId="3968859877" sldId="589"/>
            <ac:cxnSpMk id="6" creationId="{C362B61A-D5E4-31D1-0486-09F7E81657C6}"/>
          </ac:cxnSpMkLst>
        </pc:cxnChg>
        <pc:cxnChg chg="mod">
          <ac:chgData name="Maged Elhamady" userId="3c668177-9cc3-4dff-81f9-13505a85a121" providerId="ADAL" clId="{75A4AED5-7F7E-43E6-A565-30D2D57DBEE9}" dt="2024-04-04T11:03:34.070" v="5168" actId="1076"/>
          <ac:cxnSpMkLst>
            <pc:docMk/>
            <pc:sldMk cId="3968859877" sldId="589"/>
            <ac:cxnSpMk id="17" creationId="{686A0692-4888-7B99-A78F-17EB035E2C8F}"/>
          </ac:cxnSpMkLst>
        </pc:cxnChg>
      </pc:sldChg>
      <pc:sldMasterChg chg="delSldLayout">
        <pc:chgData name="Maged Elhamady" userId="3c668177-9cc3-4dff-81f9-13505a85a121" providerId="ADAL" clId="{75A4AED5-7F7E-43E6-A565-30D2D57DBEE9}" dt="2024-04-03T20:43:33.257" v="1749" actId="47"/>
        <pc:sldMasterMkLst>
          <pc:docMk/>
          <pc:sldMasterMk cId="0" sldId="2147483648"/>
        </pc:sldMasterMkLst>
        <pc:sldLayoutChg chg="del">
          <pc:chgData name="Maged Elhamady" userId="3c668177-9cc3-4dff-81f9-13505a85a121" providerId="ADAL" clId="{75A4AED5-7F7E-43E6-A565-30D2D57DBEE9}" dt="2024-04-03T20:43:33.257" v="1749" actId="47"/>
          <pc:sldLayoutMkLst>
            <pc:docMk/>
            <pc:sldMasterMk cId="0" sldId="2147483648"/>
            <pc:sldLayoutMk cId="2107199050" sldId="2147483659"/>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992776560" sldId="2147483660"/>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3873153676" sldId="2147483661"/>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9581145" sldId="2147483662"/>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2344991489" sldId="2147483663"/>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3492112987" sldId="2147483664"/>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1542703020" sldId="2147483665"/>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3248501469" sldId="2147483666"/>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3805202389" sldId="2147483667"/>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1497867398" sldId="2147483668"/>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3158235115" sldId="2147483669"/>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2652131157" sldId="2147483670"/>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284289236" sldId="2147483671"/>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2989934504" sldId="2147483672"/>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3502083229" sldId="2147483673"/>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1252650992" sldId="2147483674"/>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2951012395" sldId="2147483675"/>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1439855656" sldId="2147483676"/>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3133461951" sldId="2147483677"/>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2859260198" sldId="2147483678"/>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1807238853" sldId="2147483679"/>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2067384051" sldId="2147483680"/>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692811248" sldId="2147483681"/>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3917536724" sldId="2147483682"/>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54866692" sldId="2147483683"/>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232583504" sldId="2147483684"/>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3884697866" sldId="2147483686"/>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253842751" sldId="2147483687"/>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793203716" sldId="2147483688"/>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2575032294" sldId="2147483689"/>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867094091" sldId="2147483690"/>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424269452" sldId="2147483691"/>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3866985175" sldId="2147483692"/>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815513398" sldId="2147483693"/>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1237633397" sldId="2147483694"/>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3857933724" sldId="2147483695"/>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1743009505" sldId="2147483696"/>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1261523883" sldId="2147483697"/>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331859274" sldId="2147483698"/>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931644237" sldId="2147483699"/>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747035734" sldId="2147483700"/>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40227559" sldId="2147483701"/>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4200593518" sldId="2147483702"/>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3865617615" sldId="2147483703"/>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1978830502" sldId="2147483704"/>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2006043012" sldId="2147483705"/>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1381308498" sldId="2147483706"/>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1418380517" sldId="2147483707"/>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3098563563" sldId="2147483708"/>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2454691325" sldId="2147483709"/>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4076212938" sldId="2147483710"/>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2122811002" sldId="2147483711"/>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2113281048" sldId="2147483712"/>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1800214862" sldId="2147483713"/>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492717581" sldId="2147483714"/>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1800125201" sldId="2147483715"/>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2823595915" sldId="2147483716"/>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1364685082" sldId="2147483717"/>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1833543512" sldId="2147483718"/>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1704893886" sldId="2147483719"/>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3625494968" sldId="2147483720"/>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4134490801" sldId="2147483721"/>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1643484321" sldId="2147483722"/>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2045625086" sldId="2147483723"/>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156300375" sldId="2147483724"/>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3435118095" sldId="2147483725"/>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2985323140" sldId="2147483726"/>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3181292318" sldId="2147483727"/>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3839187316" sldId="2147483728"/>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2820945912" sldId="2147483729"/>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1863805513" sldId="2147483730"/>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1120028651" sldId="2147483731"/>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2957797415" sldId="2147483732"/>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3581497215" sldId="2147483733"/>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2928784301" sldId="2147483734"/>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1847338986" sldId="2147483735"/>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2845852282" sldId="2147483736"/>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1485752888" sldId="2147483737"/>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2059550073" sldId="2147483738"/>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1876037901" sldId="2147483739"/>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3155102057" sldId="2147483740"/>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3257421170" sldId="2147483741"/>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4293890487" sldId="2147483742"/>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3641684980" sldId="2147483743"/>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3797181329" sldId="2147483744"/>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3834972516" sldId="2147483745"/>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1187948117" sldId="2147483746"/>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1895524321" sldId="2147483747"/>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2241298307" sldId="2147483748"/>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1405748259" sldId="2147483749"/>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637365961" sldId="2147483750"/>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4261276548" sldId="2147483752"/>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1170830531" sldId="2147483753"/>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1860984446" sldId="2147483754"/>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1394583763" sldId="2147483755"/>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2949181834" sldId="2147483756"/>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3318444324" sldId="2147483757"/>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172684684" sldId="2147483758"/>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1873058360" sldId="2147483761"/>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2277745365" sldId="2147483762"/>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1889523680" sldId="2147483763"/>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1436604673" sldId="2147483764"/>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1214082244" sldId="2147483765"/>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377565511" sldId="2147483766"/>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706945949" sldId="2147483767"/>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1518122127" sldId="2147483768"/>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248670172" sldId="2147483769"/>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2608211155" sldId="2147483770"/>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3652101930" sldId="2147483771"/>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3512866951" sldId="2147483772"/>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3350869967" sldId="2147483773"/>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536664092" sldId="2147483774"/>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115790338" sldId="2147483775"/>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3083297799" sldId="2147483776"/>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3914036981" sldId="2147483777"/>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2418767578" sldId="2147483778"/>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2050884165" sldId="2147483779"/>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2328289707" sldId="2147483780"/>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26465660" sldId="2147483781"/>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3662514414" sldId="2147483782"/>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745373056" sldId="2147483783"/>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3102419100" sldId="2147483784"/>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1774641021" sldId="2147483785"/>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4239056931" sldId="2147483786"/>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4286814949" sldId="2147483787"/>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2161902900" sldId="2147483788"/>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16239954" sldId="2147483789"/>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2975526302" sldId="2147483790"/>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97417786" sldId="2147483791"/>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3788128166" sldId="2147483792"/>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3299891865" sldId="2147483793"/>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2510697192" sldId="2147483794"/>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1868387777" sldId="2147483795"/>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235234098" sldId="2147483796"/>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782458765" sldId="2147483797"/>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2815646214" sldId="2147483798"/>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1900419077" sldId="2147483799"/>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4083393150" sldId="2147483800"/>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2896638067" sldId="2147483801"/>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895626089" sldId="2147483802"/>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3366626666" sldId="2147483803"/>
          </pc:sldLayoutMkLst>
        </pc:sldLayoutChg>
        <pc:sldLayoutChg chg="del">
          <pc:chgData name="Maged Elhamady" userId="3c668177-9cc3-4dff-81f9-13505a85a121" providerId="ADAL" clId="{75A4AED5-7F7E-43E6-A565-30D2D57DBEE9}" dt="2024-04-03T20:43:33.257" v="1749" actId="47"/>
          <pc:sldLayoutMkLst>
            <pc:docMk/>
            <pc:sldMasterMk cId="0" sldId="2147483648"/>
            <pc:sldLayoutMk cId="2539581253" sldId="2147483804"/>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325B0E2-8A49-0782-C2D8-7CC791660046}"/>
              </a:ext>
            </a:extLst>
          </p:cNvPr>
          <p:cNvSpPr>
            <a:spLocks noGrp="1"/>
          </p:cNvSpPr>
          <p:nvPr>
            <p:ph type="hdr" sz="quarter"/>
          </p:nvPr>
        </p:nvSpPr>
        <p:spPr>
          <a:xfrm>
            <a:off x="2" y="0"/>
            <a:ext cx="4434999" cy="735654"/>
          </a:xfrm>
          <a:prstGeom prst="rect">
            <a:avLst/>
          </a:prstGeom>
        </p:spPr>
        <p:txBody>
          <a:bodyPr vert="horz" lIns="142256" tIns="71129" rIns="142256" bIns="71129" rtlCol="0"/>
          <a:lstStyle>
            <a:lvl1pPr algn="l">
              <a:defRPr sz="1900"/>
            </a:lvl1pPr>
          </a:lstStyle>
          <a:p>
            <a:endParaRPr lang="en-UA">
              <a:latin typeface="Inter" panose="02000503000000020004" pitchFamily="2" charset="0"/>
            </a:endParaRPr>
          </a:p>
        </p:txBody>
      </p:sp>
      <p:sp>
        <p:nvSpPr>
          <p:cNvPr id="3" name="Date Placeholder 2">
            <a:extLst>
              <a:ext uri="{FF2B5EF4-FFF2-40B4-BE49-F238E27FC236}">
                <a16:creationId xmlns:a16="http://schemas.microsoft.com/office/drawing/2014/main" id="{498303A2-0FD1-29B2-57B6-E8979CD400A9}"/>
              </a:ext>
            </a:extLst>
          </p:cNvPr>
          <p:cNvSpPr>
            <a:spLocks noGrp="1"/>
          </p:cNvSpPr>
          <p:nvPr>
            <p:ph type="dt" sz="quarter" idx="1"/>
          </p:nvPr>
        </p:nvSpPr>
        <p:spPr>
          <a:xfrm>
            <a:off x="5797248" y="0"/>
            <a:ext cx="4434999" cy="735654"/>
          </a:xfrm>
          <a:prstGeom prst="rect">
            <a:avLst/>
          </a:prstGeom>
        </p:spPr>
        <p:txBody>
          <a:bodyPr vert="horz" lIns="142256" tIns="71129" rIns="142256" bIns="71129" rtlCol="0"/>
          <a:lstStyle>
            <a:lvl1pPr algn="r">
              <a:defRPr sz="1900"/>
            </a:lvl1pPr>
          </a:lstStyle>
          <a:p>
            <a:fld id="{0F7AC7B1-791B-5644-BBB3-86357E52DDD5}" type="datetimeFigureOut">
              <a:rPr lang="en-RU">
                <a:latin typeface="Inter" panose="02000503000000020004" pitchFamily="2" charset="0"/>
              </a:rPr>
              <a:t>04/24/2024</a:t>
            </a:fld>
            <a:endParaRPr lang="en-UA">
              <a:latin typeface="Inter" panose="02000503000000020004" pitchFamily="2" charset="0"/>
            </a:endParaRPr>
          </a:p>
        </p:txBody>
      </p:sp>
      <p:sp>
        <p:nvSpPr>
          <p:cNvPr id="4" name="Footer Placeholder 3">
            <a:extLst>
              <a:ext uri="{FF2B5EF4-FFF2-40B4-BE49-F238E27FC236}">
                <a16:creationId xmlns:a16="http://schemas.microsoft.com/office/drawing/2014/main" id="{59A793B6-8F92-B462-00D1-28A56895C8D9}"/>
              </a:ext>
            </a:extLst>
          </p:cNvPr>
          <p:cNvSpPr>
            <a:spLocks noGrp="1"/>
          </p:cNvSpPr>
          <p:nvPr>
            <p:ph type="ftr" sz="quarter" idx="2"/>
          </p:nvPr>
        </p:nvSpPr>
        <p:spPr>
          <a:xfrm>
            <a:off x="2" y="13926500"/>
            <a:ext cx="4434999" cy="735652"/>
          </a:xfrm>
          <a:prstGeom prst="rect">
            <a:avLst/>
          </a:prstGeom>
        </p:spPr>
        <p:txBody>
          <a:bodyPr vert="horz" lIns="142256" tIns="71129" rIns="142256" bIns="71129" rtlCol="0" anchor="b"/>
          <a:lstStyle>
            <a:lvl1pPr algn="l">
              <a:defRPr sz="1900"/>
            </a:lvl1pPr>
          </a:lstStyle>
          <a:p>
            <a:endParaRPr lang="en-UA">
              <a:latin typeface="Inter" panose="02000503000000020004" pitchFamily="2" charset="0"/>
            </a:endParaRPr>
          </a:p>
        </p:txBody>
      </p:sp>
      <p:sp>
        <p:nvSpPr>
          <p:cNvPr id="5" name="Slide Number Placeholder 4">
            <a:extLst>
              <a:ext uri="{FF2B5EF4-FFF2-40B4-BE49-F238E27FC236}">
                <a16:creationId xmlns:a16="http://schemas.microsoft.com/office/drawing/2014/main" id="{F6D9ED92-9716-599A-4EE3-89035A332B10}"/>
              </a:ext>
            </a:extLst>
          </p:cNvPr>
          <p:cNvSpPr>
            <a:spLocks noGrp="1"/>
          </p:cNvSpPr>
          <p:nvPr>
            <p:ph type="sldNum" sz="quarter" idx="3"/>
          </p:nvPr>
        </p:nvSpPr>
        <p:spPr>
          <a:xfrm>
            <a:off x="5797248" y="13926500"/>
            <a:ext cx="4434999" cy="735652"/>
          </a:xfrm>
          <a:prstGeom prst="rect">
            <a:avLst/>
          </a:prstGeom>
        </p:spPr>
        <p:txBody>
          <a:bodyPr vert="horz" lIns="142256" tIns="71129" rIns="142256" bIns="71129" rtlCol="0" anchor="b"/>
          <a:lstStyle>
            <a:lvl1pPr algn="r">
              <a:defRPr sz="1900"/>
            </a:lvl1pPr>
          </a:lstStyle>
          <a:p>
            <a:fld id="{3398EB00-3227-4D4C-9E44-A6602298DA7F}" type="slidenum">
              <a:rPr>
                <a:latin typeface="Inter" panose="02000503000000020004" pitchFamily="2" charset="0"/>
              </a:rPr>
              <a:t>‹#›</a:t>
            </a:fld>
            <a:endParaRPr lang="en-UA">
              <a:latin typeface="Inter" panose="02000503000000020004" pitchFamily="2" charset="0"/>
            </a:endParaRPr>
          </a:p>
        </p:txBody>
      </p:sp>
    </p:spTree>
    <p:extLst>
      <p:ext uri="{BB962C8B-B14F-4D97-AF65-F5344CB8AC3E}">
        <p14:creationId xmlns:p14="http://schemas.microsoft.com/office/powerpoint/2010/main" val="2213021427"/>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4619" userDrawn="1">
          <p15:clr>
            <a:srgbClr val="F26B43"/>
          </p15:clr>
        </p15:guide>
        <p15:guide id="2" pos="3224"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Shape 17"/>
          <p:cNvSpPr>
            <a:spLocks noGrp="1" noRot="1" noChangeAspect="1"/>
          </p:cNvSpPr>
          <p:nvPr>
            <p:ph type="sldImg"/>
          </p:nvPr>
        </p:nvSpPr>
        <p:spPr>
          <a:xfrm>
            <a:off x="230188" y="1100138"/>
            <a:ext cx="9774237" cy="5497512"/>
          </a:xfrm>
          <a:prstGeom prst="rect">
            <a:avLst/>
          </a:prstGeom>
        </p:spPr>
        <p:txBody>
          <a:bodyPr lIns="142256" tIns="71129" rIns="142256" bIns="71129"/>
          <a:lstStyle/>
          <a:p>
            <a:endParaRPr/>
          </a:p>
        </p:txBody>
      </p:sp>
      <p:sp>
        <p:nvSpPr>
          <p:cNvPr id="18" name="Shape 18"/>
          <p:cNvSpPr>
            <a:spLocks noGrp="1"/>
          </p:cNvSpPr>
          <p:nvPr>
            <p:ph type="body" sz="quarter" idx="1"/>
          </p:nvPr>
        </p:nvSpPr>
        <p:spPr>
          <a:xfrm>
            <a:off x="1364616" y="6964521"/>
            <a:ext cx="7505383" cy="6597968"/>
          </a:xfrm>
          <a:prstGeom prst="rect">
            <a:avLst/>
          </a:prstGeom>
        </p:spPr>
        <p:txBody>
          <a:bodyPr lIns="142256" tIns="71129" rIns="142256" bIns="71129"/>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Poppins Regular"/>
        <a:ea typeface="Poppins Regular"/>
        <a:cs typeface="Poppins Regular"/>
        <a:sym typeface="Poppins Regular"/>
      </a:defRPr>
    </a:lvl1pPr>
    <a:lvl2pPr indent="228600" defTabSz="457200" latinLnBrk="0">
      <a:lnSpc>
        <a:spcPct val="117999"/>
      </a:lnSpc>
      <a:defRPr sz="2200">
        <a:latin typeface="Poppins Regular"/>
        <a:ea typeface="Poppins Regular"/>
        <a:cs typeface="Poppins Regular"/>
        <a:sym typeface="Poppins Regular"/>
      </a:defRPr>
    </a:lvl2pPr>
    <a:lvl3pPr indent="457200" defTabSz="457200" latinLnBrk="0">
      <a:lnSpc>
        <a:spcPct val="117999"/>
      </a:lnSpc>
      <a:defRPr sz="2200">
        <a:latin typeface="Poppins Regular"/>
        <a:ea typeface="Poppins Regular"/>
        <a:cs typeface="Poppins Regular"/>
        <a:sym typeface="Poppins Regular"/>
      </a:defRPr>
    </a:lvl3pPr>
    <a:lvl4pPr indent="685800" defTabSz="457200" latinLnBrk="0">
      <a:lnSpc>
        <a:spcPct val="117999"/>
      </a:lnSpc>
      <a:defRPr sz="2200">
        <a:latin typeface="Poppins Regular"/>
        <a:ea typeface="Poppins Regular"/>
        <a:cs typeface="Poppins Regular"/>
        <a:sym typeface="Poppins Regular"/>
      </a:defRPr>
    </a:lvl4pPr>
    <a:lvl5pPr indent="914400" defTabSz="457200" latinLnBrk="0">
      <a:lnSpc>
        <a:spcPct val="117999"/>
      </a:lnSpc>
      <a:defRPr sz="2200">
        <a:latin typeface="Poppins Regular"/>
        <a:ea typeface="Poppins Regular"/>
        <a:cs typeface="Poppins Regular"/>
        <a:sym typeface="Poppins Regular"/>
      </a:defRPr>
    </a:lvl5pPr>
    <a:lvl6pPr indent="1143000" defTabSz="457200" latinLnBrk="0">
      <a:lnSpc>
        <a:spcPct val="117999"/>
      </a:lnSpc>
      <a:defRPr sz="2200">
        <a:latin typeface="Poppins Regular"/>
        <a:ea typeface="Poppins Regular"/>
        <a:cs typeface="Poppins Regular"/>
        <a:sym typeface="Poppins Regular"/>
      </a:defRPr>
    </a:lvl6pPr>
    <a:lvl7pPr indent="1371600" defTabSz="457200" latinLnBrk="0">
      <a:lnSpc>
        <a:spcPct val="117999"/>
      </a:lnSpc>
      <a:defRPr sz="2200">
        <a:latin typeface="Poppins Regular"/>
        <a:ea typeface="Poppins Regular"/>
        <a:cs typeface="Poppins Regular"/>
        <a:sym typeface="Poppins Regular"/>
      </a:defRPr>
    </a:lvl7pPr>
    <a:lvl8pPr indent="1600200" defTabSz="457200" latinLnBrk="0">
      <a:lnSpc>
        <a:spcPct val="117999"/>
      </a:lnSpc>
      <a:defRPr sz="2200">
        <a:latin typeface="Poppins Regular"/>
        <a:ea typeface="Poppins Regular"/>
        <a:cs typeface="Poppins Regular"/>
        <a:sym typeface="Poppins Regular"/>
      </a:defRPr>
    </a:lvl8pPr>
    <a:lvl9pPr indent="1828800" defTabSz="457200" latinLnBrk="0">
      <a:lnSpc>
        <a:spcPct val="117999"/>
      </a:lnSpc>
      <a:defRPr sz="2200">
        <a:latin typeface="Poppins Regular"/>
        <a:ea typeface="Poppins Regular"/>
        <a:cs typeface="Poppins Regular"/>
        <a:sym typeface="Poppins Regular"/>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0188" y="1100138"/>
            <a:ext cx="9774237" cy="5497512"/>
          </a:xfrm>
        </p:spPr>
      </p:sp>
      <p:sp>
        <p:nvSpPr>
          <p:cNvPr id="3" name="Notes Placeholder 2"/>
          <p:cNvSpPr>
            <a:spLocks noGrp="1"/>
          </p:cNvSpPr>
          <p:nvPr>
            <p:ph type="body" idx="1"/>
          </p:nvPr>
        </p:nvSpPr>
        <p:spPr/>
        <p:txBody>
          <a:bodyPr/>
          <a:lstStyle/>
          <a:p>
            <a:endParaRPr lang="en-US" dirty="0">
              <a:latin typeface="Inter" panose="02000503000000020004" pitchFamily="2" charset="0"/>
            </a:endParaRPr>
          </a:p>
        </p:txBody>
      </p:sp>
      <p:sp>
        <p:nvSpPr>
          <p:cNvPr id="4" name="Slide Number Placeholder 3"/>
          <p:cNvSpPr>
            <a:spLocks noGrp="1"/>
          </p:cNvSpPr>
          <p:nvPr>
            <p:ph type="sldNum" sz="quarter" idx="10"/>
          </p:nvPr>
        </p:nvSpPr>
        <p:spPr/>
        <p:txBody>
          <a:bodyPr lIns="142256" tIns="71129" rIns="142256" bIns="71129"/>
          <a:lstStyle/>
          <a:p>
            <a:fld id="{F7021451-1387-4CA6-816F-3879F97B5CBC}" type="slidenum">
              <a:rPr lang="en-US">
                <a:latin typeface="Inter" panose="02000503000000020004" pitchFamily="2" charset="0"/>
              </a:rPr>
              <a:t>1</a:t>
            </a:fld>
            <a:endParaRPr lang="en-US">
              <a:latin typeface="Inter" panose="02000503000000020004" pitchFamily="2"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0188" y="1100138"/>
            <a:ext cx="9774237" cy="5497512"/>
          </a:xfrm>
        </p:spPr>
      </p:sp>
      <p:sp>
        <p:nvSpPr>
          <p:cNvPr id="3" name="Notes Placeholder 2"/>
          <p:cNvSpPr>
            <a:spLocks noGrp="1"/>
          </p:cNvSpPr>
          <p:nvPr>
            <p:ph type="body" idx="1"/>
          </p:nvPr>
        </p:nvSpPr>
        <p:spPr/>
        <p:txBody>
          <a:bodyPr/>
          <a:lstStyle/>
          <a:p>
            <a:endParaRPr lang="en-US" dirty="0">
              <a:latin typeface="Inter" panose="02000503000000020004" pitchFamily="2" charset="0"/>
            </a:endParaRPr>
          </a:p>
        </p:txBody>
      </p:sp>
      <p:sp>
        <p:nvSpPr>
          <p:cNvPr id="4" name="Slide Number Placeholder 3"/>
          <p:cNvSpPr>
            <a:spLocks noGrp="1"/>
          </p:cNvSpPr>
          <p:nvPr>
            <p:ph type="sldNum" sz="quarter" idx="10"/>
          </p:nvPr>
        </p:nvSpPr>
        <p:spPr/>
        <p:txBody>
          <a:bodyPr lIns="142256" tIns="71129" rIns="142256" bIns="71129"/>
          <a:lstStyle/>
          <a:p>
            <a:fld id="{F7021451-1387-4CA6-816F-3879F97B5CBC}" type="slidenum">
              <a:rPr lang="en-US">
                <a:latin typeface="Inter" panose="02000503000000020004" pitchFamily="2" charset="0"/>
              </a:rPr>
              <a:t>2</a:t>
            </a:fld>
            <a:endParaRPr lang="en-US">
              <a:latin typeface="Inter" panose="02000503000000020004" pitchFamily="2" charset="0"/>
            </a:endParaRPr>
          </a:p>
        </p:txBody>
      </p:sp>
    </p:spTree>
    <p:extLst>
      <p:ext uri="{BB962C8B-B14F-4D97-AF65-F5344CB8AC3E}">
        <p14:creationId xmlns:p14="http://schemas.microsoft.com/office/powerpoint/2010/main" val="29516250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0188" y="1100138"/>
            <a:ext cx="9774237" cy="5497512"/>
          </a:xfrm>
        </p:spPr>
      </p:sp>
      <p:sp>
        <p:nvSpPr>
          <p:cNvPr id="3" name="Notes Placeholder 2"/>
          <p:cNvSpPr>
            <a:spLocks noGrp="1"/>
          </p:cNvSpPr>
          <p:nvPr>
            <p:ph type="body" idx="1"/>
          </p:nvPr>
        </p:nvSpPr>
        <p:spPr/>
        <p:txBody>
          <a:bodyPr/>
          <a:lstStyle/>
          <a:p>
            <a:endParaRPr lang="en-US" dirty="0">
              <a:latin typeface="Inter" panose="02000503000000020004" pitchFamily="2" charset="0"/>
            </a:endParaRPr>
          </a:p>
        </p:txBody>
      </p:sp>
      <p:sp>
        <p:nvSpPr>
          <p:cNvPr id="4" name="Slide Number Placeholder 3"/>
          <p:cNvSpPr>
            <a:spLocks noGrp="1"/>
          </p:cNvSpPr>
          <p:nvPr>
            <p:ph type="sldNum" sz="quarter" idx="10"/>
          </p:nvPr>
        </p:nvSpPr>
        <p:spPr/>
        <p:txBody>
          <a:bodyPr lIns="142256" tIns="71129" rIns="142256" bIns="71129"/>
          <a:lstStyle/>
          <a:p>
            <a:fld id="{F7021451-1387-4CA6-816F-3879F97B5CBC}" type="slidenum">
              <a:rPr lang="en-US">
                <a:latin typeface="Inter" panose="02000503000000020004" pitchFamily="2" charset="0"/>
              </a:rPr>
              <a:t>4</a:t>
            </a:fld>
            <a:endParaRPr lang="en-US">
              <a:latin typeface="Inter" panose="02000503000000020004" pitchFamily="2" charset="0"/>
            </a:endParaRPr>
          </a:p>
        </p:txBody>
      </p:sp>
    </p:spTree>
    <p:extLst>
      <p:ext uri="{BB962C8B-B14F-4D97-AF65-F5344CB8AC3E}">
        <p14:creationId xmlns:p14="http://schemas.microsoft.com/office/powerpoint/2010/main" val="15625587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0188" y="1100138"/>
            <a:ext cx="9774237" cy="5497512"/>
          </a:xfrm>
        </p:spPr>
      </p:sp>
      <p:sp>
        <p:nvSpPr>
          <p:cNvPr id="3" name="Notes Placeholder 2"/>
          <p:cNvSpPr>
            <a:spLocks noGrp="1"/>
          </p:cNvSpPr>
          <p:nvPr>
            <p:ph type="body" idx="1"/>
          </p:nvPr>
        </p:nvSpPr>
        <p:spPr/>
        <p:txBody>
          <a:bodyPr/>
          <a:lstStyle/>
          <a:p>
            <a:endParaRPr lang="en-US" dirty="0">
              <a:latin typeface="Inter" panose="02000503000000020004" pitchFamily="2" charset="0"/>
            </a:endParaRPr>
          </a:p>
        </p:txBody>
      </p:sp>
      <p:sp>
        <p:nvSpPr>
          <p:cNvPr id="4" name="Slide Number Placeholder 3"/>
          <p:cNvSpPr>
            <a:spLocks noGrp="1"/>
          </p:cNvSpPr>
          <p:nvPr>
            <p:ph type="sldNum" sz="quarter" idx="10"/>
          </p:nvPr>
        </p:nvSpPr>
        <p:spPr/>
        <p:txBody>
          <a:bodyPr lIns="142256" tIns="71129" rIns="142256" bIns="71129"/>
          <a:lstStyle/>
          <a:p>
            <a:fld id="{F7021451-1387-4CA6-816F-3879F97B5CBC}" type="slidenum">
              <a:rPr lang="en-US">
                <a:latin typeface="Inter" panose="02000503000000020004" pitchFamily="2" charset="0"/>
              </a:rPr>
              <a:t>14</a:t>
            </a:fld>
            <a:endParaRPr lang="en-US">
              <a:latin typeface="Inter" panose="02000503000000020004" pitchFamily="2" charset="0"/>
            </a:endParaRPr>
          </a:p>
        </p:txBody>
      </p:sp>
    </p:spTree>
    <p:extLst>
      <p:ext uri="{BB962C8B-B14F-4D97-AF65-F5344CB8AC3E}">
        <p14:creationId xmlns:p14="http://schemas.microsoft.com/office/powerpoint/2010/main" val="26953531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37929570"/>
      </p:ext>
    </p:extLst>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58437877"/>
      </p:ext>
    </p:extLst>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DEFAULT">
    <p:bg>
      <p:bgPr>
        <a:solidFill>
          <a:srgbClr val="FFFFFF"/>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4231FCD5-BBFA-DF91-6DC0-92EA4222F8CE}"/>
              </a:ext>
            </a:extLst>
          </p:cNvPr>
          <p:cNvSpPr>
            <a:spLocks noGrp="1"/>
          </p:cNvSpPr>
          <p:nvPr>
            <p:ph type="pic" sz="quarter" idx="10"/>
          </p:nvPr>
        </p:nvSpPr>
        <p:spPr>
          <a:xfrm>
            <a:off x="1282700" y="3556000"/>
            <a:ext cx="15608300" cy="8890000"/>
          </a:xfrm>
          <a:prstGeom prst="rect">
            <a:avLst/>
          </a:prstGeom>
        </p:spPr>
        <p:txBody>
          <a:bodyPr/>
          <a:lstStyle/>
          <a:p>
            <a:endParaRPr lang="en-RU"/>
          </a:p>
        </p:txBody>
      </p:sp>
    </p:spTree>
    <p:extLst>
      <p:ext uri="{BB962C8B-B14F-4D97-AF65-F5344CB8AC3E}">
        <p14:creationId xmlns:p14="http://schemas.microsoft.com/office/powerpoint/2010/main" val="903181432"/>
      </p:ext>
    </p:extLst>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DEFAULT">
    <p:bg>
      <p:bgPr>
        <a:solidFill>
          <a:srgbClr val="FFFFFF"/>
        </a:solidFill>
        <a:effectLst/>
      </p:bgPr>
    </p:bg>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FEE69F33-A8F0-A392-452E-3662FE71C0FF}"/>
              </a:ext>
            </a:extLst>
          </p:cNvPr>
          <p:cNvSpPr>
            <a:spLocks noGrp="1"/>
          </p:cNvSpPr>
          <p:nvPr>
            <p:ph type="pic" sz="quarter" idx="10"/>
          </p:nvPr>
        </p:nvSpPr>
        <p:spPr>
          <a:xfrm>
            <a:off x="1270000" y="3086100"/>
            <a:ext cx="9080500" cy="5105400"/>
          </a:xfrm>
          <a:prstGeom prst="roundRect">
            <a:avLst>
              <a:gd name="adj" fmla="val 7214"/>
            </a:avLst>
          </a:prstGeom>
        </p:spPr>
        <p:txBody>
          <a:bodyPr/>
          <a:lstStyle/>
          <a:p>
            <a:endParaRPr lang="en-RU"/>
          </a:p>
        </p:txBody>
      </p:sp>
      <p:sp>
        <p:nvSpPr>
          <p:cNvPr id="14" name="Picture Placeholder 12">
            <a:extLst>
              <a:ext uri="{FF2B5EF4-FFF2-40B4-BE49-F238E27FC236}">
                <a16:creationId xmlns:a16="http://schemas.microsoft.com/office/drawing/2014/main" id="{EC968E4E-03B4-96F3-2F8E-3FB99439D33A}"/>
              </a:ext>
            </a:extLst>
          </p:cNvPr>
          <p:cNvSpPr>
            <a:spLocks noGrp="1"/>
          </p:cNvSpPr>
          <p:nvPr>
            <p:ph type="pic" sz="quarter" idx="11"/>
          </p:nvPr>
        </p:nvSpPr>
        <p:spPr>
          <a:xfrm>
            <a:off x="12319000" y="3086100"/>
            <a:ext cx="16692760" cy="9385300"/>
          </a:xfrm>
          <a:prstGeom prst="roundRect">
            <a:avLst>
              <a:gd name="adj" fmla="val 3696"/>
            </a:avLst>
          </a:prstGeom>
        </p:spPr>
        <p:txBody>
          <a:bodyPr/>
          <a:lstStyle/>
          <a:p>
            <a:endParaRPr lang="en-RU"/>
          </a:p>
        </p:txBody>
      </p:sp>
    </p:spTree>
    <p:extLst>
      <p:ext uri="{BB962C8B-B14F-4D97-AF65-F5344CB8AC3E}">
        <p14:creationId xmlns:p14="http://schemas.microsoft.com/office/powerpoint/2010/main" val="1276140621"/>
      </p:ext>
    </p:extLst>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Intro (16)">
    <p:bg>
      <p:bgPr>
        <a:solidFill>
          <a:srgbClr val="FFFFFF"/>
        </a:solidFill>
        <a:effectLst/>
      </p:bgPr>
    </p:bg>
    <p:spTree>
      <p:nvGrpSpPr>
        <p:cNvPr id="1" name=""/>
        <p:cNvGrpSpPr/>
        <p:nvPr/>
      </p:nvGrpSpPr>
      <p:grpSpPr>
        <a:xfrm>
          <a:off x="0" y="0"/>
          <a:ext cx="0" cy="0"/>
          <a:chOff x="0" y="0"/>
          <a:chExt cx="0" cy="0"/>
        </a:xfrm>
      </p:grpSpPr>
      <p:sp>
        <p:nvSpPr>
          <p:cNvPr id="4" name="Picture Placeholder 10">
            <a:extLst>
              <a:ext uri="{FF2B5EF4-FFF2-40B4-BE49-F238E27FC236}">
                <a16:creationId xmlns:a16="http://schemas.microsoft.com/office/drawing/2014/main" id="{A0C46588-DE5D-F70A-F55F-143328D2CA88}"/>
              </a:ext>
            </a:extLst>
          </p:cNvPr>
          <p:cNvSpPr>
            <a:spLocks noGrp="1"/>
          </p:cNvSpPr>
          <p:nvPr>
            <p:ph type="pic" sz="quarter" idx="13"/>
          </p:nvPr>
        </p:nvSpPr>
        <p:spPr>
          <a:xfrm>
            <a:off x="507999" y="507999"/>
            <a:ext cx="23368001" cy="7175502"/>
          </a:xfrm>
          <a:prstGeom prst="roundRect">
            <a:avLst>
              <a:gd name="adj" fmla="val 6603"/>
            </a:avLst>
          </a:prstGeom>
        </p:spPr>
        <p:txBody>
          <a:bodyPr wrap="square">
            <a:noAutofit/>
          </a:bodyPr>
          <a:lstStyle>
            <a:lvl1pPr>
              <a:defRPr b="0" i="0">
                <a:noFill/>
                <a:latin typeface="Inter Light" panose="02000503000000020004" pitchFamily="2" charset="0"/>
                <a:ea typeface="Inter Light" panose="02000503000000020004" pitchFamily="2" charset="0"/>
              </a:defRPr>
            </a:lvl1pPr>
          </a:lstStyle>
          <a:p>
            <a:r>
              <a:rPr lang="en-GB" dirty="0"/>
              <a:t>Click icon to add picture</a:t>
            </a:r>
            <a:endParaRPr lang="en-UA" dirty="0"/>
          </a:p>
        </p:txBody>
      </p:sp>
    </p:spTree>
    <p:extLst>
      <p:ext uri="{BB962C8B-B14F-4D97-AF65-F5344CB8AC3E}">
        <p14:creationId xmlns:p14="http://schemas.microsoft.com/office/powerpoint/2010/main" val="103286455"/>
      </p:ext>
    </p:extLst>
  </p:cSld>
  <p:clrMapOvr>
    <a:masterClrMapping/>
  </p:clrMapOvr>
  <mc:AlternateContent xmlns:mc="http://schemas.openxmlformats.org/markup-compatibility/2006" xmlns:p14="http://schemas.microsoft.com/office/powerpoint/2010/main">
    <mc:Choice Requires="p14">
      <p:transition spd="slow" p14:dur="1250">
        <p:push/>
      </p:transition>
    </mc:Choice>
    <mc:Fallback xmlns="">
      <p:transition spd="slow">
        <p:push/>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Laptop (2)">
    <p:bg>
      <p:bgPr>
        <a:solidFill>
          <a:srgbClr val="FFFFFF"/>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E860C163-F956-15BA-5665-F8C28EC6C6E5}"/>
              </a:ext>
            </a:extLst>
          </p:cNvPr>
          <p:cNvSpPr>
            <a:spLocks noGrp="1"/>
          </p:cNvSpPr>
          <p:nvPr>
            <p:ph type="pic" sz="quarter" idx="14"/>
          </p:nvPr>
        </p:nvSpPr>
        <p:spPr>
          <a:xfrm>
            <a:off x="13693026" y="1980609"/>
            <a:ext cx="13778310" cy="8919370"/>
          </a:xfrm>
          <a:custGeom>
            <a:avLst/>
            <a:gdLst>
              <a:gd name="connsiteX0" fmla="*/ 4245380 w 5924550"/>
              <a:gd name="connsiteY0" fmla="*/ 0 h 3835454"/>
              <a:gd name="connsiteX1" fmla="*/ 4777670 w 5924550"/>
              <a:gd name="connsiteY1" fmla="*/ 0 h 3835454"/>
              <a:gd name="connsiteX2" fmla="*/ 4836070 w 5924550"/>
              <a:gd name="connsiteY2" fmla="*/ 16 h 3835454"/>
              <a:gd name="connsiteX3" fmla="*/ 5538084 w 5924550"/>
              <a:gd name="connsiteY3" fmla="*/ 888 h 3835454"/>
              <a:gd name="connsiteX4" fmla="*/ 5876002 w 5924550"/>
              <a:gd name="connsiteY4" fmla="*/ 1953 h 3835454"/>
              <a:gd name="connsiteX5" fmla="*/ 5888346 w 5924550"/>
              <a:gd name="connsiteY5" fmla="*/ 7991 h 3835454"/>
              <a:gd name="connsiteX6" fmla="*/ 5921808 w 5924550"/>
              <a:gd name="connsiteY6" fmla="*/ 59488 h 3835454"/>
              <a:gd name="connsiteX7" fmla="*/ 5923728 w 5924550"/>
              <a:gd name="connsiteY7" fmla="*/ 1955107 h 3835454"/>
              <a:gd name="connsiteX8" fmla="*/ 5924550 w 5924550"/>
              <a:gd name="connsiteY8" fmla="*/ 3835454 h 3835454"/>
              <a:gd name="connsiteX9" fmla="*/ 0 w 5924550"/>
              <a:gd name="connsiteY9" fmla="*/ 3835454 h 3835454"/>
              <a:gd name="connsiteX10" fmla="*/ 823 w 5924550"/>
              <a:gd name="connsiteY10" fmla="*/ 1955107 h 3835454"/>
              <a:gd name="connsiteX11" fmla="*/ 2743 w 5924550"/>
              <a:gd name="connsiteY11" fmla="*/ 59488 h 3835454"/>
              <a:gd name="connsiteX12" fmla="*/ 44434 w 5924550"/>
              <a:gd name="connsiteY12" fmla="*/ 4439 h 3835454"/>
              <a:gd name="connsiteX13" fmla="*/ 88594 w 5924550"/>
              <a:gd name="connsiteY13" fmla="*/ 1243 h 3835454"/>
              <a:gd name="connsiteX14" fmla="*/ 1379104 w 5924550"/>
              <a:gd name="connsiteY14" fmla="*/ 355 h 3835454"/>
              <a:gd name="connsiteX15" fmla="*/ 2636974 w 5924550"/>
              <a:gd name="connsiteY15" fmla="*/ 2486 h 3835454"/>
              <a:gd name="connsiteX16" fmla="*/ 2645476 w 5924550"/>
              <a:gd name="connsiteY16" fmla="*/ 53273 h 3835454"/>
              <a:gd name="connsiteX17" fmla="*/ 2648768 w 5924550"/>
              <a:gd name="connsiteY17" fmla="*/ 99265 h 3835454"/>
              <a:gd name="connsiteX18" fmla="*/ 2963098 w 5924550"/>
              <a:gd name="connsiteY18" fmla="*/ 107611 h 3835454"/>
              <a:gd name="connsiteX19" fmla="*/ 3271394 w 5924550"/>
              <a:gd name="connsiteY19" fmla="*/ 104770 h 3835454"/>
              <a:gd name="connsiteX20" fmla="*/ 3281818 w 5924550"/>
              <a:gd name="connsiteY20" fmla="*/ 51142 h 3835454"/>
              <a:gd name="connsiteX21" fmla="*/ 3282914 w 5924550"/>
              <a:gd name="connsiteY21" fmla="*/ 8346 h 3835454"/>
              <a:gd name="connsiteX22" fmla="*/ 3285382 w 5924550"/>
              <a:gd name="connsiteY22" fmla="*/ 2486 h 3835454"/>
              <a:gd name="connsiteX23" fmla="*/ 3290868 w 5924550"/>
              <a:gd name="connsiteY23" fmla="*/ 355 h 3835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924550" h="3835454">
                <a:moveTo>
                  <a:pt x="4245380" y="0"/>
                </a:moveTo>
                <a:lnTo>
                  <a:pt x="4777670" y="0"/>
                </a:lnTo>
                <a:lnTo>
                  <a:pt x="4836070" y="16"/>
                </a:lnTo>
                <a:cubicBezTo>
                  <a:pt x="5151020" y="139"/>
                  <a:pt x="5421856" y="444"/>
                  <a:pt x="5538084" y="888"/>
                </a:cubicBezTo>
                <a:lnTo>
                  <a:pt x="5876002" y="1953"/>
                </a:lnTo>
                <a:lnTo>
                  <a:pt x="5888346" y="7991"/>
                </a:lnTo>
                <a:cubicBezTo>
                  <a:pt x="5909740" y="18468"/>
                  <a:pt x="5919340" y="33562"/>
                  <a:pt x="5921808" y="59488"/>
                </a:cubicBezTo>
                <a:cubicBezTo>
                  <a:pt x="5922630" y="68189"/>
                  <a:pt x="5923180" y="846858"/>
                  <a:pt x="5923728" y="1955107"/>
                </a:cubicBezTo>
                <a:lnTo>
                  <a:pt x="5924550" y="3835454"/>
                </a:lnTo>
                <a:lnTo>
                  <a:pt x="0" y="3835454"/>
                </a:lnTo>
                <a:lnTo>
                  <a:pt x="823" y="1955107"/>
                </a:lnTo>
                <a:cubicBezTo>
                  <a:pt x="1371" y="855204"/>
                  <a:pt x="1920" y="68189"/>
                  <a:pt x="2743" y="59488"/>
                </a:cubicBezTo>
                <a:cubicBezTo>
                  <a:pt x="5486" y="30543"/>
                  <a:pt x="18651" y="12963"/>
                  <a:pt x="44434" y="4439"/>
                </a:cubicBezTo>
                <a:cubicBezTo>
                  <a:pt x="50194" y="2486"/>
                  <a:pt x="59794" y="1953"/>
                  <a:pt x="88594" y="1243"/>
                </a:cubicBezTo>
                <a:cubicBezTo>
                  <a:pt x="108891" y="710"/>
                  <a:pt x="689552" y="355"/>
                  <a:pt x="1379104" y="355"/>
                </a:cubicBezTo>
                <a:cubicBezTo>
                  <a:pt x="2433454" y="533"/>
                  <a:pt x="2633682" y="710"/>
                  <a:pt x="2636974" y="2486"/>
                </a:cubicBezTo>
                <a:cubicBezTo>
                  <a:pt x="2643830" y="6038"/>
                  <a:pt x="2644654" y="8879"/>
                  <a:pt x="2645476" y="53273"/>
                </a:cubicBezTo>
                <a:cubicBezTo>
                  <a:pt x="2646300" y="87545"/>
                  <a:pt x="2646848" y="95536"/>
                  <a:pt x="2648768" y="99265"/>
                </a:cubicBezTo>
                <a:cubicBezTo>
                  <a:pt x="2653706" y="108499"/>
                  <a:pt x="2629294" y="107611"/>
                  <a:pt x="2963098" y="107611"/>
                </a:cubicBezTo>
                <a:cubicBezTo>
                  <a:pt x="3258502" y="107611"/>
                  <a:pt x="3267006" y="107433"/>
                  <a:pt x="3271394" y="104770"/>
                </a:cubicBezTo>
                <a:cubicBezTo>
                  <a:pt x="3280446" y="99265"/>
                  <a:pt x="3280720" y="98199"/>
                  <a:pt x="3281818" y="51142"/>
                </a:cubicBezTo>
                <a:lnTo>
                  <a:pt x="3282914" y="8346"/>
                </a:lnTo>
                <a:cubicBezTo>
                  <a:pt x="3283188" y="5683"/>
                  <a:pt x="3283738" y="3729"/>
                  <a:pt x="3285382" y="2486"/>
                </a:cubicBezTo>
                <a:cubicBezTo>
                  <a:pt x="3286754" y="1066"/>
                  <a:pt x="3288674" y="355"/>
                  <a:pt x="3290868" y="355"/>
                </a:cubicBezTo>
                <a:close/>
              </a:path>
            </a:pathLst>
          </a:custGeom>
        </p:spPr>
        <p:txBody>
          <a:bodyPr wrap="square">
            <a:noAutofit/>
          </a:bodyPr>
          <a:lstStyle>
            <a:lvl1pPr>
              <a:defRPr b="0" i="0">
                <a:noFill/>
                <a:latin typeface="Inter Light" panose="02000503000000020004" pitchFamily="2" charset="0"/>
                <a:ea typeface="Inter Light" panose="02000503000000020004" pitchFamily="2" charset="0"/>
              </a:defRPr>
            </a:lvl1pPr>
          </a:lstStyle>
          <a:p>
            <a:r>
              <a:rPr lang="en-GB" dirty="0"/>
              <a:t>Click icon to add picture</a:t>
            </a:r>
            <a:endParaRPr lang="en-UA"/>
          </a:p>
        </p:txBody>
      </p:sp>
    </p:spTree>
    <p:extLst>
      <p:ext uri="{BB962C8B-B14F-4D97-AF65-F5344CB8AC3E}">
        <p14:creationId xmlns:p14="http://schemas.microsoft.com/office/powerpoint/2010/main" val="1729953660"/>
      </p:ext>
    </p:extLst>
  </p:cSld>
  <p:clrMapOvr>
    <a:masterClrMapping/>
  </p:clrMapOvr>
  <mc:AlternateContent xmlns:mc="http://schemas.openxmlformats.org/markup-compatibility/2006" xmlns:p14="http://schemas.microsoft.com/office/powerpoint/2010/main">
    <mc:Choice Requires="p14">
      <p:transition spd="slow" p14:dur="1250">
        <p:push/>
      </p:transition>
    </mc:Choice>
    <mc:Fallback xmlns="">
      <p:transition spd="slow">
        <p:push/>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7" r:id="rId1"/>
    <p:sldLayoutId id="2147483658" r:id="rId2"/>
    <p:sldLayoutId id="2147483760" r:id="rId3"/>
    <p:sldLayoutId id="2147483759" r:id="rId4"/>
    <p:sldLayoutId id="2147483685" r:id="rId5"/>
    <p:sldLayoutId id="2147483751" r:id="rId6"/>
  </p:sldLayoutIdLst>
  <p:transition spd="slow">
    <p:push dir="u"/>
  </p:transition>
  <p:txStyles>
    <p:titleStyle>
      <a:lvl1pPr marL="0" marR="0" indent="0" algn="l" defTabSz="825500" rtl="0" eaLnBrk="1" latinLnBrk="0" hangingPunct="1">
        <a:lnSpc>
          <a:spcPct val="110000"/>
        </a:lnSpc>
        <a:spcBef>
          <a:spcPts val="0"/>
        </a:spcBef>
        <a:spcAft>
          <a:spcPts val="0"/>
        </a:spcAft>
        <a:buClrTx/>
        <a:buSzTx/>
        <a:buFontTx/>
        <a:buNone/>
        <a:tabLst/>
        <a:defRPr sz="10000" b="0" i="0" u="none" strike="noStrike" cap="none" spc="0" baseline="0">
          <a:solidFill>
            <a:srgbClr val="121212"/>
          </a:solidFill>
          <a:uFillTx/>
          <a:latin typeface="Poppins SemiBold"/>
          <a:ea typeface="Poppins SemiBold"/>
          <a:cs typeface="Poppins SemiBold"/>
          <a:sym typeface="Poppins SemiBold"/>
        </a:defRPr>
      </a:lvl1pPr>
      <a:lvl2pPr marL="0" marR="0" indent="0" algn="l" defTabSz="825500" rtl="0" eaLnBrk="1" latinLnBrk="0" hangingPunct="1">
        <a:lnSpc>
          <a:spcPct val="110000"/>
        </a:lnSpc>
        <a:spcBef>
          <a:spcPts val="0"/>
        </a:spcBef>
        <a:spcAft>
          <a:spcPts val="0"/>
        </a:spcAft>
        <a:buClrTx/>
        <a:buSzTx/>
        <a:buFontTx/>
        <a:buNone/>
        <a:tabLst/>
        <a:defRPr sz="10000" b="0" i="0" u="none" strike="noStrike" cap="none" spc="0" baseline="0">
          <a:solidFill>
            <a:srgbClr val="121212"/>
          </a:solidFill>
          <a:uFillTx/>
          <a:latin typeface="Poppins SemiBold"/>
          <a:ea typeface="Poppins SemiBold"/>
          <a:cs typeface="Poppins SemiBold"/>
          <a:sym typeface="Poppins SemiBold"/>
        </a:defRPr>
      </a:lvl2pPr>
      <a:lvl3pPr marL="0" marR="0" indent="0" algn="l" defTabSz="825500" rtl="0" eaLnBrk="1" latinLnBrk="0" hangingPunct="1">
        <a:lnSpc>
          <a:spcPct val="110000"/>
        </a:lnSpc>
        <a:spcBef>
          <a:spcPts val="0"/>
        </a:spcBef>
        <a:spcAft>
          <a:spcPts val="0"/>
        </a:spcAft>
        <a:buClrTx/>
        <a:buSzTx/>
        <a:buFontTx/>
        <a:buNone/>
        <a:tabLst/>
        <a:defRPr sz="10000" b="0" i="0" u="none" strike="noStrike" cap="none" spc="0" baseline="0">
          <a:solidFill>
            <a:srgbClr val="121212"/>
          </a:solidFill>
          <a:uFillTx/>
          <a:latin typeface="Poppins SemiBold"/>
          <a:ea typeface="Poppins SemiBold"/>
          <a:cs typeface="Poppins SemiBold"/>
          <a:sym typeface="Poppins SemiBold"/>
        </a:defRPr>
      </a:lvl3pPr>
      <a:lvl4pPr marL="0" marR="0" indent="0" algn="l" defTabSz="825500" rtl="0" eaLnBrk="1" latinLnBrk="0" hangingPunct="1">
        <a:lnSpc>
          <a:spcPct val="110000"/>
        </a:lnSpc>
        <a:spcBef>
          <a:spcPts val="0"/>
        </a:spcBef>
        <a:spcAft>
          <a:spcPts val="0"/>
        </a:spcAft>
        <a:buClrTx/>
        <a:buSzTx/>
        <a:buFontTx/>
        <a:buNone/>
        <a:tabLst/>
        <a:defRPr sz="10000" b="0" i="0" u="none" strike="noStrike" cap="none" spc="0" baseline="0">
          <a:solidFill>
            <a:srgbClr val="121212"/>
          </a:solidFill>
          <a:uFillTx/>
          <a:latin typeface="Poppins SemiBold"/>
          <a:ea typeface="Poppins SemiBold"/>
          <a:cs typeface="Poppins SemiBold"/>
          <a:sym typeface="Poppins SemiBold"/>
        </a:defRPr>
      </a:lvl4pPr>
      <a:lvl5pPr marL="0" marR="0" indent="0" algn="l" defTabSz="825500" rtl="0" eaLnBrk="1" latinLnBrk="0" hangingPunct="1">
        <a:lnSpc>
          <a:spcPct val="110000"/>
        </a:lnSpc>
        <a:spcBef>
          <a:spcPts val="0"/>
        </a:spcBef>
        <a:spcAft>
          <a:spcPts val="0"/>
        </a:spcAft>
        <a:buClrTx/>
        <a:buSzTx/>
        <a:buFontTx/>
        <a:buNone/>
        <a:tabLst/>
        <a:defRPr sz="10000" b="0" i="0" u="none" strike="noStrike" cap="none" spc="0" baseline="0">
          <a:solidFill>
            <a:srgbClr val="121212"/>
          </a:solidFill>
          <a:uFillTx/>
          <a:latin typeface="Poppins SemiBold"/>
          <a:ea typeface="Poppins SemiBold"/>
          <a:cs typeface="Poppins SemiBold"/>
          <a:sym typeface="Poppins SemiBold"/>
        </a:defRPr>
      </a:lvl5pPr>
      <a:lvl6pPr marL="0" marR="0" indent="0" algn="l" defTabSz="825500" rtl="0" eaLnBrk="1" latinLnBrk="0" hangingPunct="1">
        <a:lnSpc>
          <a:spcPct val="110000"/>
        </a:lnSpc>
        <a:spcBef>
          <a:spcPts val="0"/>
        </a:spcBef>
        <a:spcAft>
          <a:spcPts val="0"/>
        </a:spcAft>
        <a:buClrTx/>
        <a:buSzTx/>
        <a:buFontTx/>
        <a:buNone/>
        <a:tabLst/>
        <a:defRPr sz="10000" b="0" i="0" u="none" strike="noStrike" cap="none" spc="0" baseline="0">
          <a:solidFill>
            <a:srgbClr val="121212"/>
          </a:solidFill>
          <a:uFillTx/>
          <a:latin typeface="Poppins SemiBold"/>
          <a:ea typeface="Poppins SemiBold"/>
          <a:cs typeface="Poppins SemiBold"/>
          <a:sym typeface="Poppins SemiBold"/>
        </a:defRPr>
      </a:lvl6pPr>
      <a:lvl7pPr marL="0" marR="0" indent="0" algn="l" defTabSz="825500" rtl="0" eaLnBrk="1" latinLnBrk="0" hangingPunct="1">
        <a:lnSpc>
          <a:spcPct val="110000"/>
        </a:lnSpc>
        <a:spcBef>
          <a:spcPts val="0"/>
        </a:spcBef>
        <a:spcAft>
          <a:spcPts val="0"/>
        </a:spcAft>
        <a:buClrTx/>
        <a:buSzTx/>
        <a:buFontTx/>
        <a:buNone/>
        <a:tabLst/>
        <a:defRPr sz="10000" b="0" i="0" u="none" strike="noStrike" cap="none" spc="0" baseline="0">
          <a:solidFill>
            <a:srgbClr val="121212"/>
          </a:solidFill>
          <a:uFillTx/>
          <a:latin typeface="Poppins SemiBold"/>
          <a:ea typeface="Poppins SemiBold"/>
          <a:cs typeface="Poppins SemiBold"/>
          <a:sym typeface="Poppins SemiBold"/>
        </a:defRPr>
      </a:lvl7pPr>
      <a:lvl8pPr marL="0" marR="0" indent="0" algn="l" defTabSz="825500" rtl="0" eaLnBrk="1" latinLnBrk="0" hangingPunct="1">
        <a:lnSpc>
          <a:spcPct val="110000"/>
        </a:lnSpc>
        <a:spcBef>
          <a:spcPts val="0"/>
        </a:spcBef>
        <a:spcAft>
          <a:spcPts val="0"/>
        </a:spcAft>
        <a:buClrTx/>
        <a:buSzTx/>
        <a:buFontTx/>
        <a:buNone/>
        <a:tabLst/>
        <a:defRPr sz="10000" b="0" i="0" u="none" strike="noStrike" cap="none" spc="0" baseline="0">
          <a:solidFill>
            <a:srgbClr val="121212"/>
          </a:solidFill>
          <a:uFillTx/>
          <a:latin typeface="Poppins SemiBold"/>
          <a:ea typeface="Poppins SemiBold"/>
          <a:cs typeface="Poppins SemiBold"/>
          <a:sym typeface="Poppins SemiBold"/>
        </a:defRPr>
      </a:lvl8pPr>
      <a:lvl9pPr marL="0" marR="0" indent="0" algn="l" defTabSz="825500" rtl="0" eaLnBrk="1" latinLnBrk="0" hangingPunct="1">
        <a:lnSpc>
          <a:spcPct val="110000"/>
        </a:lnSpc>
        <a:spcBef>
          <a:spcPts val="0"/>
        </a:spcBef>
        <a:spcAft>
          <a:spcPts val="0"/>
        </a:spcAft>
        <a:buClrTx/>
        <a:buSzTx/>
        <a:buFontTx/>
        <a:buNone/>
        <a:tabLst/>
        <a:defRPr sz="10000" b="0" i="0" u="none" strike="noStrike" cap="none" spc="0" baseline="0">
          <a:solidFill>
            <a:srgbClr val="121212"/>
          </a:solidFill>
          <a:uFillTx/>
          <a:latin typeface="Poppins SemiBold"/>
          <a:ea typeface="Poppins SemiBold"/>
          <a:cs typeface="Poppins SemiBold"/>
          <a:sym typeface="Poppins SemiBold"/>
        </a:defRPr>
      </a:lvl9pPr>
    </p:titleStyle>
    <p:bodyStyle>
      <a:lvl1pPr marL="396874" marR="0" indent="-396874" algn="l" defTabSz="825500" rtl="0" eaLnBrk="1" latinLnBrk="0" hangingPunct="1">
        <a:lnSpc>
          <a:spcPct val="140000"/>
        </a:lnSpc>
        <a:spcBef>
          <a:spcPts val="0"/>
        </a:spcBef>
        <a:spcAft>
          <a:spcPts val="0"/>
        </a:spcAft>
        <a:buClrTx/>
        <a:buSzPct val="125000"/>
        <a:buFontTx/>
        <a:buChar char="•"/>
        <a:tabLst/>
        <a:defRPr sz="3000" b="0" i="0" u="none" strike="noStrike" cap="none" spc="0" baseline="0">
          <a:solidFill>
            <a:srgbClr val="121212"/>
          </a:solidFill>
          <a:uFillTx/>
          <a:latin typeface="+mn-lt"/>
          <a:ea typeface="+mn-ea"/>
          <a:cs typeface="+mn-cs"/>
          <a:sym typeface="Poppins Light"/>
        </a:defRPr>
      </a:lvl1pPr>
      <a:lvl2pPr marL="1031875" marR="0" indent="-396875" algn="l" defTabSz="825500" rtl="0" eaLnBrk="1" latinLnBrk="0" hangingPunct="1">
        <a:lnSpc>
          <a:spcPct val="140000"/>
        </a:lnSpc>
        <a:spcBef>
          <a:spcPts val="0"/>
        </a:spcBef>
        <a:spcAft>
          <a:spcPts val="0"/>
        </a:spcAft>
        <a:buClrTx/>
        <a:buSzPct val="125000"/>
        <a:buFontTx/>
        <a:buChar char="•"/>
        <a:tabLst/>
        <a:defRPr sz="3000" b="0" i="0" u="none" strike="noStrike" cap="none" spc="0" baseline="0">
          <a:solidFill>
            <a:srgbClr val="121212"/>
          </a:solidFill>
          <a:uFillTx/>
          <a:latin typeface="+mn-lt"/>
          <a:ea typeface="+mn-ea"/>
          <a:cs typeface="+mn-cs"/>
          <a:sym typeface="Poppins Light"/>
        </a:defRPr>
      </a:lvl2pPr>
      <a:lvl3pPr marL="1666875" marR="0" indent="-396875" algn="l" defTabSz="825500" rtl="0" eaLnBrk="1" latinLnBrk="0" hangingPunct="1">
        <a:lnSpc>
          <a:spcPct val="140000"/>
        </a:lnSpc>
        <a:spcBef>
          <a:spcPts val="0"/>
        </a:spcBef>
        <a:spcAft>
          <a:spcPts val="0"/>
        </a:spcAft>
        <a:buClrTx/>
        <a:buSzPct val="125000"/>
        <a:buFontTx/>
        <a:buChar char="•"/>
        <a:tabLst/>
        <a:defRPr sz="3000" b="0" i="0" u="none" strike="noStrike" cap="none" spc="0" baseline="0">
          <a:solidFill>
            <a:srgbClr val="121212"/>
          </a:solidFill>
          <a:uFillTx/>
          <a:latin typeface="+mn-lt"/>
          <a:ea typeface="+mn-ea"/>
          <a:cs typeface="+mn-cs"/>
          <a:sym typeface="Poppins Light"/>
        </a:defRPr>
      </a:lvl3pPr>
      <a:lvl4pPr marL="2301875" marR="0" indent="-396875" algn="l" defTabSz="825500" rtl="0" eaLnBrk="1" latinLnBrk="0" hangingPunct="1">
        <a:lnSpc>
          <a:spcPct val="140000"/>
        </a:lnSpc>
        <a:spcBef>
          <a:spcPts val="0"/>
        </a:spcBef>
        <a:spcAft>
          <a:spcPts val="0"/>
        </a:spcAft>
        <a:buClrTx/>
        <a:buSzPct val="125000"/>
        <a:buFontTx/>
        <a:buChar char="•"/>
        <a:tabLst/>
        <a:defRPr sz="3000" b="0" i="0" u="none" strike="noStrike" cap="none" spc="0" baseline="0">
          <a:solidFill>
            <a:srgbClr val="121212"/>
          </a:solidFill>
          <a:uFillTx/>
          <a:latin typeface="+mn-lt"/>
          <a:ea typeface="+mn-ea"/>
          <a:cs typeface="+mn-cs"/>
          <a:sym typeface="Poppins Light"/>
        </a:defRPr>
      </a:lvl4pPr>
      <a:lvl5pPr marL="2936875" marR="0" indent="-396875" algn="l" defTabSz="825500" rtl="0" eaLnBrk="1" latinLnBrk="0" hangingPunct="1">
        <a:lnSpc>
          <a:spcPct val="140000"/>
        </a:lnSpc>
        <a:spcBef>
          <a:spcPts val="0"/>
        </a:spcBef>
        <a:spcAft>
          <a:spcPts val="0"/>
        </a:spcAft>
        <a:buClrTx/>
        <a:buSzPct val="125000"/>
        <a:buFontTx/>
        <a:buChar char="•"/>
        <a:tabLst/>
        <a:defRPr sz="3000" b="0" i="0" u="none" strike="noStrike" cap="none" spc="0" baseline="0">
          <a:solidFill>
            <a:srgbClr val="121212"/>
          </a:solidFill>
          <a:uFillTx/>
          <a:latin typeface="+mn-lt"/>
          <a:ea typeface="+mn-ea"/>
          <a:cs typeface="+mn-cs"/>
          <a:sym typeface="Poppins Light"/>
        </a:defRPr>
      </a:lvl5pPr>
      <a:lvl6pPr marL="3571875" marR="0" indent="-396875" algn="l" defTabSz="825500" rtl="0" eaLnBrk="1" latinLnBrk="0" hangingPunct="1">
        <a:lnSpc>
          <a:spcPct val="140000"/>
        </a:lnSpc>
        <a:spcBef>
          <a:spcPts val="0"/>
        </a:spcBef>
        <a:spcAft>
          <a:spcPts val="0"/>
        </a:spcAft>
        <a:buClrTx/>
        <a:buSzPct val="125000"/>
        <a:buFontTx/>
        <a:buChar char="•"/>
        <a:tabLst/>
        <a:defRPr sz="3000" b="0" i="0" u="none" strike="noStrike" cap="none" spc="0" baseline="0">
          <a:solidFill>
            <a:srgbClr val="121212"/>
          </a:solidFill>
          <a:uFillTx/>
          <a:latin typeface="+mn-lt"/>
          <a:ea typeface="+mn-ea"/>
          <a:cs typeface="+mn-cs"/>
          <a:sym typeface="Poppins Light"/>
        </a:defRPr>
      </a:lvl6pPr>
      <a:lvl7pPr marL="4206875" marR="0" indent="-396875" algn="l" defTabSz="825500" rtl="0" eaLnBrk="1" latinLnBrk="0" hangingPunct="1">
        <a:lnSpc>
          <a:spcPct val="140000"/>
        </a:lnSpc>
        <a:spcBef>
          <a:spcPts val="0"/>
        </a:spcBef>
        <a:spcAft>
          <a:spcPts val="0"/>
        </a:spcAft>
        <a:buClrTx/>
        <a:buSzPct val="125000"/>
        <a:buFontTx/>
        <a:buChar char="•"/>
        <a:tabLst/>
        <a:defRPr sz="3000" b="0" i="0" u="none" strike="noStrike" cap="none" spc="0" baseline="0">
          <a:solidFill>
            <a:srgbClr val="121212"/>
          </a:solidFill>
          <a:uFillTx/>
          <a:latin typeface="+mn-lt"/>
          <a:ea typeface="+mn-ea"/>
          <a:cs typeface="+mn-cs"/>
          <a:sym typeface="Poppins Light"/>
        </a:defRPr>
      </a:lvl7pPr>
      <a:lvl8pPr marL="4841875" marR="0" indent="-396875" algn="l" defTabSz="825500" rtl="0" eaLnBrk="1" latinLnBrk="0" hangingPunct="1">
        <a:lnSpc>
          <a:spcPct val="140000"/>
        </a:lnSpc>
        <a:spcBef>
          <a:spcPts val="0"/>
        </a:spcBef>
        <a:spcAft>
          <a:spcPts val="0"/>
        </a:spcAft>
        <a:buClrTx/>
        <a:buSzPct val="125000"/>
        <a:buFontTx/>
        <a:buChar char="•"/>
        <a:tabLst/>
        <a:defRPr sz="3000" b="0" i="0" u="none" strike="noStrike" cap="none" spc="0" baseline="0">
          <a:solidFill>
            <a:srgbClr val="121212"/>
          </a:solidFill>
          <a:uFillTx/>
          <a:latin typeface="+mn-lt"/>
          <a:ea typeface="+mn-ea"/>
          <a:cs typeface="+mn-cs"/>
          <a:sym typeface="Poppins Light"/>
        </a:defRPr>
      </a:lvl8pPr>
      <a:lvl9pPr marL="5476875" marR="0" indent="-396875" algn="l" defTabSz="825500" rtl="0" eaLnBrk="1" latinLnBrk="0" hangingPunct="1">
        <a:lnSpc>
          <a:spcPct val="140000"/>
        </a:lnSpc>
        <a:spcBef>
          <a:spcPts val="0"/>
        </a:spcBef>
        <a:spcAft>
          <a:spcPts val="0"/>
        </a:spcAft>
        <a:buClrTx/>
        <a:buSzPct val="125000"/>
        <a:buFontTx/>
        <a:buChar char="•"/>
        <a:tabLst/>
        <a:defRPr sz="3000" b="0" i="0" u="none" strike="noStrike" cap="none" spc="0" baseline="0">
          <a:solidFill>
            <a:srgbClr val="121212"/>
          </a:solidFill>
          <a:uFillTx/>
          <a:latin typeface="+mn-lt"/>
          <a:ea typeface="+mn-ea"/>
          <a:cs typeface="+mn-cs"/>
          <a:sym typeface="Poppins Light"/>
        </a:defRPr>
      </a:lvl9pPr>
    </p:bodyStyle>
    <p:otherStyle>
      <a:lvl1pPr marL="0" marR="0" indent="0" algn="ctr" defTabSz="825500" eaLnBrk="1" latinLnBrk="0" hangingPunct="1">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Poppins Light"/>
        </a:defRPr>
      </a:lvl1pPr>
      <a:lvl2pPr marL="0" marR="0" indent="228600" algn="ctr" defTabSz="825500" eaLnBrk="1" latinLnBrk="0" hangingPunct="1">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Poppins Light"/>
        </a:defRPr>
      </a:lvl2pPr>
      <a:lvl3pPr marL="0" marR="0" indent="457200" algn="ctr" defTabSz="825500" eaLnBrk="1" latinLnBrk="0" hangingPunct="1">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Poppins Light"/>
        </a:defRPr>
      </a:lvl3pPr>
      <a:lvl4pPr marL="0" marR="0" indent="685800" algn="ctr" defTabSz="825500" eaLnBrk="1" latinLnBrk="0" hangingPunct="1">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Poppins Light"/>
        </a:defRPr>
      </a:lvl4pPr>
      <a:lvl5pPr marL="0" marR="0" indent="914400" algn="ctr" defTabSz="825500" eaLnBrk="1" latinLnBrk="0" hangingPunct="1">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Poppins Light"/>
        </a:defRPr>
      </a:lvl5pPr>
      <a:lvl6pPr marL="0" marR="0" indent="1143000" algn="ctr" defTabSz="825500" eaLnBrk="1" latinLnBrk="0" hangingPunct="1">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Poppins Light"/>
        </a:defRPr>
      </a:lvl6pPr>
      <a:lvl7pPr marL="0" marR="0" indent="1371600" algn="ctr" defTabSz="825500" eaLnBrk="1" latinLnBrk="0" hangingPunct="1">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Poppins Light"/>
        </a:defRPr>
      </a:lvl7pPr>
      <a:lvl8pPr marL="0" marR="0" indent="1600200" algn="ctr" defTabSz="825500" eaLnBrk="1" latinLnBrk="0" hangingPunct="1">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Poppins Light"/>
        </a:defRPr>
      </a:lvl8pPr>
      <a:lvl9pPr marL="0" marR="0" indent="1828800" algn="ctr" defTabSz="825500" eaLnBrk="1" latinLnBrk="0" hangingPunct="1">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Poppins Light"/>
        </a:defRPr>
      </a:lvl9pPr>
    </p:otherStyle>
  </p:txStyles>
  <p:extLst>
    <p:ext uri="{27BBF7A9-308A-43DC-89C8-2F10F3537804}">
      <p15:sldGuideLst xmlns:p15="http://schemas.microsoft.com/office/powerpoint/2012/main">
        <p15:guide id="1" orient="horz" pos="4320" userDrawn="1">
          <p15:clr>
            <a:srgbClr val="F26B43"/>
          </p15:clr>
        </p15:guide>
        <p15:guide id="2" pos="768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5.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Layout" Target="../slideLayouts/slideLayout2.xml"/><Relationship Id="rId4" Type="http://schemas.openxmlformats.org/officeDocument/2006/relationships/image" Target="../media/image13.jpg"/></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1.jpg"/><Relationship Id="rId1" Type="http://schemas.openxmlformats.org/officeDocument/2006/relationships/slideLayout" Target="../slideLayouts/slideLayout2.xml"/><Relationship Id="rId4" Type="http://schemas.openxmlformats.org/officeDocument/2006/relationships/image" Target="../media/image18.jp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Image 1" descr="preencoded.png"/>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508000" y="508001"/>
            <a:ext cx="23368000" cy="7175500"/>
          </a:xfrm>
          <a:prstGeom prst="rect">
            <a:avLst/>
          </a:prstGeom>
        </p:spPr>
      </p:pic>
      <p:pic>
        <p:nvPicPr>
          <p:cNvPr id="12" name="Picture Placeholder 11">
            <a:extLst>
              <a:ext uri="{FF2B5EF4-FFF2-40B4-BE49-F238E27FC236}">
                <a16:creationId xmlns:a16="http://schemas.microsoft.com/office/drawing/2014/main" id="{771A2F2A-E545-1B98-A6B3-50AA39620C7C}"/>
              </a:ext>
            </a:extLst>
          </p:cNvPr>
          <p:cNvPicPr>
            <a:picLocks noGrp="1" noChangeAspect="1"/>
          </p:cNvPicPr>
          <p:nvPr>
            <p:ph type="pic" sz="quarter" idx="13"/>
          </p:nvPr>
        </p:nvPicPr>
        <p:blipFill rotWithShape="1">
          <a:blip r:embed="rId5"/>
          <a:srcRect t="8925" b="33645"/>
          <a:stretch/>
        </p:blipFill>
        <p:spPr>
          <a:xfrm>
            <a:off x="507999" y="507999"/>
            <a:ext cx="23368001" cy="7175502"/>
          </a:xfrm>
        </p:spPr>
      </p:pic>
      <p:sp>
        <p:nvSpPr>
          <p:cNvPr id="4" name="Text 0"/>
          <p:cNvSpPr/>
          <p:nvPr/>
        </p:nvSpPr>
        <p:spPr>
          <a:xfrm>
            <a:off x="1244600" y="12306299"/>
            <a:ext cx="6375400" cy="508000"/>
          </a:xfrm>
          <a:prstGeom prst="rect">
            <a:avLst/>
          </a:prstGeom>
          <a:noFill/>
          <a:ln/>
        </p:spPr>
        <p:txBody>
          <a:bodyPr wrap="square" lIns="0" tIns="0" rIns="0" bIns="0" rtlCol="0" anchor="t"/>
          <a:lstStyle/>
          <a:p>
            <a:pPr>
              <a:lnSpc>
                <a:spcPts val="4000"/>
              </a:lnSpc>
            </a:pPr>
            <a:r>
              <a:rPr lang="en-US" sz="2400" dirty="0">
                <a:solidFill>
                  <a:srgbClr val="000000"/>
                </a:solidFill>
                <a:latin typeface="Inter Regular" pitchFamily="34" charset="0"/>
                <a:ea typeface="Inter Regular" pitchFamily="34" charset="-122"/>
                <a:cs typeface="Inter Regular" pitchFamily="34" charset="-120"/>
              </a:rPr>
              <a:t>April 2024</a:t>
            </a:r>
            <a:endParaRPr lang="en-US" sz="2400" dirty="0">
              <a:latin typeface="Inter" panose="02000503000000020004" pitchFamily="2" charset="0"/>
            </a:endParaRPr>
          </a:p>
        </p:txBody>
      </p:sp>
      <p:sp>
        <p:nvSpPr>
          <p:cNvPr id="5" name="Text 1"/>
          <p:cNvSpPr/>
          <p:nvPr/>
        </p:nvSpPr>
        <p:spPr>
          <a:xfrm>
            <a:off x="1244600" y="8788400"/>
            <a:ext cx="7887368" cy="2413000"/>
          </a:xfrm>
          <a:prstGeom prst="rect">
            <a:avLst/>
          </a:prstGeom>
          <a:noFill/>
          <a:ln/>
        </p:spPr>
        <p:txBody>
          <a:bodyPr wrap="square" lIns="0" tIns="0" rIns="0" bIns="0" rtlCol="0" anchor="t"/>
          <a:lstStyle/>
          <a:p>
            <a:pPr>
              <a:lnSpc>
                <a:spcPts val="9500"/>
              </a:lnSpc>
            </a:pPr>
            <a:r>
              <a:rPr lang="en-US" sz="7000" dirty="0">
                <a:solidFill>
                  <a:srgbClr val="000000"/>
                </a:solidFill>
                <a:latin typeface="Inter Semi Bold" pitchFamily="34" charset="0"/>
                <a:ea typeface="Inter Semi Bold" pitchFamily="34" charset="-122"/>
              </a:rPr>
              <a:t>RIYADH MOMRA DATA AUDIT</a:t>
            </a:r>
            <a:endParaRPr lang="en-US" sz="7000" dirty="0">
              <a:latin typeface="Inter" panose="02000503000000020004" pitchFamily="2" charset="0"/>
            </a:endParaRPr>
          </a:p>
        </p:txBody>
      </p:sp>
      <p:sp>
        <p:nvSpPr>
          <p:cNvPr id="6" name="Circle">
            <a:extLst>
              <a:ext uri="{FF2B5EF4-FFF2-40B4-BE49-F238E27FC236}">
                <a16:creationId xmlns:a16="http://schemas.microsoft.com/office/drawing/2014/main" id="{E3A4CECD-FC83-1A85-A878-C2DE1FEAD1DF}"/>
              </a:ext>
            </a:extLst>
          </p:cNvPr>
          <p:cNvSpPr/>
          <p:nvPr/>
        </p:nvSpPr>
        <p:spPr>
          <a:xfrm>
            <a:off x="21516308" y="10863118"/>
            <a:ext cx="1587501" cy="1587500"/>
          </a:xfrm>
          <a:prstGeom prst="ellipse">
            <a:avLst/>
          </a:prstGeom>
          <a:solidFill>
            <a:schemeClr val="bg1"/>
          </a:solidFill>
          <a:ln w="63500">
            <a:noFill/>
            <a:miter lim="400000"/>
          </a:ln>
        </p:spPr>
        <p:txBody>
          <a:bodyPr lIns="0" tIns="0" rIns="0" bIns="0" anchor="ctr"/>
          <a:lstStyle/>
          <a:p>
            <a:pPr marL="0" marR="0" lvl="0" indent="0" algn="ctr" defTabSz="825500" rtl="0" eaLnBrk="1" fontAlgn="auto" latinLnBrk="0" hangingPunct="0">
              <a:lnSpc>
                <a:spcPct val="100000"/>
              </a:lnSpc>
              <a:spcBef>
                <a:spcPts val="0"/>
              </a:spcBef>
              <a:spcAft>
                <a:spcPts val="0"/>
              </a:spcAft>
              <a:buClrTx/>
              <a:buSzTx/>
              <a:buFontTx/>
              <a:buNone/>
              <a:tabLst/>
              <a:defRPr sz="3200">
                <a:solidFill>
                  <a:srgbClr val="FFFFFF"/>
                </a:solidFill>
                <a:latin typeface="Poppins Bold"/>
                <a:ea typeface="Poppins Bold"/>
                <a:cs typeface="Poppins Bold"/>
                <a:sym typeface="Poppins Bold"/>
              </a:defRPr>
            </a:pPr>
            <a:endParaRPr kumimoji="0" sz="3200" b="1" u="none" strike="noStrike" kern="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Poppins Bold"/>
              <a:sym typeface="Poppins Bold"/>
            </a:endParaRPr>
          </a:p>
        </p:txBody>
      </p:sp>
      <p:sp>
        <p:nvSpPr>
          <p:cNvPr id="7" name="Line">
            <a:extLst>
              <a:ext uri="{FF2B5EF4-FFF2-40B4-BE49-F238E27FC236}">
                <a16:creationId xmlns:a16="http://schemas.microsoft.com/office/drawing/2014/main" id="{2759AB65-DD78-9A18-440E-EACFFB0D2C7C}"/>
              </a:ext>
            </a:extLst>
          </p:cNvPr>
          <p:cNvSpPr/>
          <p:nvPr/>
        </p:nvSpPr>
        <p:spPr>
          <a:xfrm>
            <a:off x="22014194" y="11656868"/>
            <a:ext cx="592364" cy="0"/>
          </a:xfrm>
          <a:prstGeom prst="line">
            <a:avLst/>
          </a:prstGeom>
          <a:ln w="63500">
            <a:solidFill>
              <a:srgbClr val="131313"/>
            </a:solidFill>
            <a:miter lim="400000"/>
            <a:tailEnd type="triangle"/>
          </a:ln>
        </p:spPr>
        <p:txBody>
          <a:bodyPr lIns="0" tIns="0" rIns="0" bIns="0" anchor="ctr"/>
          <a:lstStyle/>
          <a:p>
            <a:pPr marL="0" marR="0" lvl="0" indent="0" algn="ctr" defTabSz="825500" rtl="0" eaLnBrk="1" fontAlgn="auto" latinLnBrk="0" hangingPunct="0">
              <a:lnSpc>
                <a:spcPct val="100000"/>
              </a:lnSpc>
              <a:spcBef>
                <a:spcPts val="0"/>
              </a:spcBef>
              <a:spcAft>
                <a:spcPts val="0"/>
              </a:spcAft>
              <a:buClrTx/>
              <a:buSzTx/>
              <a:buFontTx/>
              <a:buNone/>
              <a:tabLst/>
              <a:defRPr sz="3200">
                <a:solidFill>
                  <a:srgbClr val="FFFFFF"/>
                </a:solidFill>
                <a:latin typeface="Poppins Bold"/>
                <a:ea typeface="Poppins Bold"/>
                <a:cs typeface="Poppins Bold"/>
                <a:sym typeface="Poppins Bold"/>
              </a:defRPr>
            </a:pPr>
            <a:endParaRPr kumimoji="0" sz="3200" b="1" u="none" strike="noStrike" kern="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Poppins Bold"/>
              <a:sym typeface="Poppins Bold"/>
            </a:endParaRPr>
          </a:p>
        </p:txBody>
      </p:sp>
      <p:pic>
        <p:nvPicPr>
          <p:cNvPr id="9" name="Picture 8">
            <a:extLst>
              <a:ext uri="{FF2B5EF4-FFF2-40B4-BE49-F238E27FC236}">
                <a16:creationId xmlns:a16="http://schemas.microsoft.com/office/drawing/2014/main" id="{EF2E00F6-6327-B106-AF25-1339F9C6648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24873" y="424874"/>
            <a:ext cx="4749800" cy="26162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50">
        <p:push/>
      </p:transition>
    </mc:Choice>
    <mc:Fallback xmlns="">
      <p:transition spd="slow">
        <p:push/>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7"/>
          <p:cNvSpPr/>
          <p:nvPr/>
        </p:nvSpPr>
        <p:spPr>
          <a:xfrm>
            <a:off x="10388600" y="6244572"/>
            <a:ext cx="10820400" cy="571500"/>
          </a:xfrm>
          <a:prstGeom prst="rect">
            <a:avLst/>
          </a:prstGeom>
          <a:noFill/>
          <a:ln/>
        </p:spPr>
        <p:txBody>
          <a:bodyPr wrap="square" lIns="0" tIns="0" rIns="0" bIns="0" rtlCol="0" anchor="ctr"/>
          <a:lstStyle/>
          <a:p>
            <a:pPr>
              <a:lnSpc>
                <a:spcPts val="4500"/>
              </a:lnSpc>
            </a:pPr>
            <a:r>
              <a:rPr lang="en-US" dirty="0">
                <a:solidFill>
                  <a:srgbClr val="000000"/>
                </a:solidFill>
                <a:latin typeface="Inter Semi Bold" pitchFamily="34" charset="0"/>
                <a:ea typeface="Inter Semi Bold" pitchFamily="34" charset="-122"/>
                <a:cs typeface="Inter Semi Bold" pitchFamily="34" charset="-120"/>
              </a:rPr>
              <a:t>Errors Calculation Methodology</a:t>
            </a:r>
          </a:p>
        </p:txBody>
      </p:sp>
      <p:sp>
        <p:nvSpPr>
          <p:cNvPr id="19" name="Text 9"/>
          <p:cNvSpPr/>
          <p:nvPr/>
        </p:nvSpPr>
        <p:spPr>
          <a:xfrm>
            <a:off x="10388600" y="4847572"/>
            <a:ext cx="10820400" cy="571500"/>
          </a:xfrm>
          <a:prstGeom prst="rect">
            <a:avLst/>
          </a:prstGeom>
          <a:noFill/>
          <a:ln/>
        </p:spPr>
        <p:txBody>
          <a:bodyPr wrap="square" lIns="0" tIns="0" rIns="0" bIns="0" rtlCol="0" anchor="ctr"/>
          <a:lstStyle/>
          <a:p>
            <a:pPr>
              <a:lnSpc>
                <a:spcPts val="4500"/>
              </a:lnSpc>
            </a:pPr>
            <a:r>
              <a:rPr lang="en-US" dirty="0">
                <a:solidFill>
                  <a:srgbClr val="000000"/>
                </a:solidFill>
                <a:latin typeface="Inter Semi Bold" pitchFamily="34" charset="0"/>
                <a:ea typeface="Inter Semi Bold" pitchFamily="34" charset="-122"/>
                <a:cs typeface="Inter Semi Bold" pitchFamily="34" charset="-120"/>
              </a:rPr>
              <a:t>Audit Territories</a:t>
            </a:r>
            <a:endParaRPr lang="en-US" dirty="0">
              <a:latin typeface="Inter" panose="02000503000000020004" pitchFamily="2" charset="0"/>
            </a:endParaRPr>
          </a:p>
        </p:txBody>
      </p:sp>
      <p:sp>
        <p:nvSpPr>
          <p:cNvPr id="21" name="Text 11"/>
          <p:cNvSpPr/>
          <p:nvPr/>
        </p:nvSpPr>
        <p:spPr>
          <a:xfrm>
            <a:off x="10388600" y="3450572"/>
            <a:ext cx="10820400" cy="571500"/>
          </a:xfrm>
          <a:prstGeom prst="rect">
            <a:avLst/>
          </a:prstGeom>
          <a:noFill/>
          <a:ln/>
        </p:spPr>
        <p:txBody>
          <a:bodyPr wrap="square" lIns="0" tIns="0" rIns="0" bIns="0" rtlCol="0" anchor="ctr"/>
          <a:lstStyle/>
          <a:p>
            <a:pPr>
              <a:lnSpc>
                <a:spcPts val="4500"/>
              </a:lnSpc>
            </a:pPr>
            <a:r>
              <a:rPr lang="en-US" dirty="0">
                <a:solidFill>
                  <a:srgbClr val="000000"/>
                </a:solidFill>
                <a:latin typeface="Inter Semi Bold" pitchFamily="34" charset="0"/>
                <a:ea typeface="Inter Semi Bold" pitchFamily="34" charset="-122"/>
                <a:cs typeface="Inter Semi Bold" pitchFamily="34" charset="-120"/>
              </a:rPr>
              <a:t>Audited Areas</a:t>
            </a:r>
            <a:endParaRPr lang="en-US" dirty="0">
              <a:latin typeface="Inter" panose="02000503000000020004" pitchFamily="2" charset="0"/>
            </a:endParaRPr>
          </a:p>
        </p:txBody>
      </p:sp>
      <p:sp>
        <p:nvSpPr>
          <p:cNvPr id="23" name="Text 13"/>
          <p:cNvSpPr/>
          <p:nvPr/>
        </p:nvSpPr>
        <p:spPr>
          <a:xfrm>
            <a:off x="10388600" y="2053572"/>
            <a:ext cx="10820400" cy="571500"/>
          </a:xfrm>
          <a:prstGeom prst="rect">
            <a:avLst/>
          </a:prstGeom>
          <a:noFill/>
          <a:ln/>
        </p:spPr>
        <p:txBody>
          <a:bodyPr wrap="square" lIns="0" tIns="0" rIns="0" bIns="0" rtlCol="0" anchor="ctr"/>
          <a:lstStyle/>
          <a:p>
            <a:pPr>
              <a:lnSpc>
                <a:spcPts val="4500"/>
              </a:lnSpc>
            </a:pPr>
            <a:r>
              <a:rPr lang="en-US" dirty="0">
                <a:solidFill>
                  <a:srgbClr val="000000"/>
                </a:solidFill>
                <a:latin typeface="Inter Semi Bold" pitchFamily="34" charset="0"/>
                <a:ea typeface="Inter Semi Bold" pitchFamily="34" charset="-122"/>
                <a:cs typeface="Inter Semi Bold" pitchFamily="34" charset="-120"/>
              </a:rPr>
              <a:t>Criteria assessed</a:t>
            </a:r>
          </a:p>
        </p:txBody>
      </p:sp>
      <p:sp>
        <p:nvSpPr>
          <p:cNvPr id="25" name="Text 15"/>
          <p:cNvSpPr/>
          <p:nvPr/>
        </p:nvSpPr>
        <p:spPr>
          <a:xfrm>
            <a:off x="10388600" y="656572"/>
            <a:ext cx="10820400" cy="571500"/>
          </a:xfrm>
          <a:prstGeom prst="rect">
            <a:avLst/>
          </a:prstGeom>
          <a:noFill/>
          <a:ln/>
        </p:spPr>
        <p:txBody>
          <a:bodyPr wrap="square" lIns="0" tIns="0" rIns="0" bIns="0" rtlCol="0" anchor="ctr"/>
          <a:lstStyle/>
          <a:p>
            <a:pPr>
              <a:lnSpc>
                <a:spcPts val="4500"/>
              </a:lnSpc>
            </a:pPr>
            <a:r>
              <a:rPr lang="en-US" dirty="0">
                <a:solidFill>
                  <a:srgbClr val="000000"/>
                </a:solidFill>
                <a:latin typeface="Inter Semi Bold" pitchFamily="34" charset="0"/>
                <a:ea typeface="Inter Semi Bold" pitchFamily="34" charset="-122"/>
                <a:cs typeface="Inter Semi Bold" pitchFamily="34" charset="-120"/>
              </a:rPr>
              <a:t>Objectives</a:t>
            </a:r>
            <a:endParaRPr lang="en-US" dirty="0">
              <a:latin typeface="Inter" panose="02000503000000020004" pitchFamily="2" charset="0"/>
            </a:endParaRPr>
          </a:p>
        </p:txBody>
      </p:sp>
      <p:sp>
        <p:nvSpPr>
          <p:cNvPr id="26" name="Text 16"/>
          <p:cNvSpPr/>
          <p:nvPr/>
        </p:nvSpPr>
        <p:spPr>
          <a:xfrm>
            <a:off x="1244600" y="1270001"/>
            <a:ext cx="7645400" cy="1333500"/>
          </a:xfrm>
          <a:prstGeom prst="rect">
            <a:avLst/>
          </a:prstGeom>
          <a:noFill/>
          <a:ln/>
        </p:spPr>
        <p:txBody>
          <a:bodyPr wrap="square" lIns="0" tIns="0" rIns="0" bIns="0" rtlCol="0" anchor="ctr"/>
          <a:lstStyle/>
          <a:p>
            <a:pPr>
              <a:lnSpc>
                <a:spcPts val="10500"/>
              </a:lnSpc>
            </a:pPr>
            <a:r>
              <a:rPr lang="en-US" sz="8000" dirty="0">
                <a:solidFill>
                  <a:srgbClr val="000000"/>
                </a:solidFill>
                <a:latin typeface="Inter Semi Bold" pitchFamily="34" charset="0"/>
                <a:ea typeface="Inter Semi Bold" pitchFamily="34" charset="-122"/>
                <a:cs typeface="Inter Semi Bold" pitchFamily="34" charset="-120"/>
              </a:rPr>
              <a:t>Overview</a:t>
            </a:r>
            <a:endParaRPr lang="en-US" sz="8000" dirty="0">
              <a:latin typeface="Inter" panose="02000503000000020004" pitchFamily="2" charset="0"/>
            </a:endParaRPr>
          </a:p>
        </p:txBody>
      </p:sp>
      <p:sp>
        <p:nvSpPr>
          <p:cNvPr id="27" name="Line">
            <a:extLst>
              <a:ext uri="{FF2B5EF4-FFF2-40B4-BE49-F238E27FC236}">
                <a16:creationId xmlns:a16="http://schemas.microsoft.com/office/drawing/2014/main" id="{6BD509AE-008D-8BF2-25C3-517E42F81E89}"/>
              </a:ext>
            </a:extLst>
          </p:cNvPr>
          <p:cNvSpPr/>
          <p:nvPr/>
        </p:nvSpPr>
        <p:spPr>
          <a:xfrm>
            <a:off x="10419144" y="1674626"/>
            <a:ext cx="12694952" cy="1"/>
          </a:xfrm>
          <a:prstGeom prst="line">
            <a:avLst/>
          </a:prstGeom>
          <a:ln w="19050">
            <a:solidFill>
              <a:srgbClr val="E2E2E2"/>
            </a:solidFill>
            <a:miter lim="400000"/>
          </a:ln>
        </p:spPr>
        <p:txBody>
          <a:bodyPr lIns="0" tIns="0" rIns="0" bIns="0" anchor="ctr"/>
          <a:lstStyle/>
          <a:p>
            <a:pPr marL="0" marR="0" lvl="0" indent="0" algn="ctr" defTabSz="825500" rtl="0" eaLnBrk="1" fontAlgn="auto" latinLnBrk="0" hangingPunct="0">
              <a:lnSpc>
                <a:spcPct val="100000"/>
              </a:lnSpc>
              <a:spcBef>
                <a:spcPts val="0"/>
              </a:spcBef>
              <a:spcAft>
                <a:spcPts val="0"/>
              </a:spcAft>
              <a:buClrTx/>
              <a:buSzTx/>
              <a:buFontTx/>
              <a:buNone/>
              <a:tabLst/>
              <a:defRPr sz="3200">
                <a:solidFill>
                  <a:srgbClr val="FFFFFF"/>
                </a:solidFill>
                <a:latin typeface="Poppins Bold"/>
                <a:ea typeface="Poppins Bold"/>
                <a:cs typeface="Poppins Bold"/>
                <a:sym typeface="Poppins Bold"/>
              </a:defRPr>
            </a:pPr>
            <a:endParaRPr kumimoji="0" sz="3200" b="1" u="none" strike="noStrike" kern="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Poppins Bold"/>
              <a:sym typeface="Poppins Bold"/>
            </a:endParaRPr>
          </a:p>
        </p:txBody>
      </p:sp>
      <p:sp>
        <p:nvSpPr>
          <p:cNvPr id="28" name="Line">
            <a:extLst>
              <a:ext uri="{FF2B5EF4-FFF2-40B4-BE49-F238E27FC236}">
                <a16:creationId xmlns:a16="http://schemas.microsoft.com/office/drawing/2014/main" id="{3BB465A1-68AE-5D36-0935-43DCA69711E8}"/>
              </a:ext>
            </a:extLst>
          </p:cNvPr>
          <p:cNvSpPr/>
          <p:nvPr/>
        </p:nvSpPr>
        <p:spPr>
          <a:xfrm>
            <a:off x="10419144" y="3069106"/>
            <a:ext cx="12694952" cy="1"/>
          </a:xfrm>
          <a:prstGeom prst="line">
            <a:avLst/>
          </a:prstGeom>
          <a:ln w="19050">
            <a:solidFill>
              <a:srgbClr val="E2E2E2"/>
            </a:solidFill>
            <a:miter lim="400000"/>
          </a:ln>
        </p:spPr>
        <p:txBody>
          <a:bodyPr lIns="0" tIns="0" rIns="0" bIns="0" anchor="ctr"/>
          <a:lstStyle/>
          <a:p>
            <a:pPr marL="0" marR="0" lvl="0" indent="0" algn="ctr" defTabSz="825500" rtl="0" eaLnBrk="1" fontAlgn="auto" latinLnBrk="0" hangingPunct="0">
              <a:lnSpc>
                <a:spcPct val="100000"/>
              </a:lnSpc>
              <a:spcBef>
                <a:spcPts val="0"/>
              </a:spcBef>
              <a:spcAft>
                <a:spcPts val="0"/>
              </a:spcAft>
              <a:buClrTx/>
              <a:buSzTx/>
              <a:buFontTx/>
              <a:buNone/>
              <a:tabLst/>
              <a:defRPr sz="3200">
                <a:solidFill>
                  <a:srgbClr val="FFFFFF"/>
                </a:solidFill>
                <a:latin typeface="Poppins Bold"/>
                <a:ea typeface="Poppins Bold"/>
                <a:cs typeface="Poppins Bold"/>
                <a:sym typeface="Poppins Bold"/>
              </a:defRPr>
            </a:pPr>
            <a:endParaRPr kumimoji="0" sz="3200" b="1" u="none" strike="noStrike" kern="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Poppins Bold"/>
              <a:sym typeface="Poppins Bold"/>
            </a:endParaRPr>
          </a:p>
        </p:txBody>
      </p:sp>
      <p:sp>
        <p:nvSpPr>
          <p:cNvPr id="29" name="Line">
            <a:extLst>
              <a:ext uri="{FF2B5EF4-FFF2-40B4-BE49-F238E27FC236}">
                <a16:creationId xmlns:a16="http://schemas.microsoft.com/office/drawing/2014/main" id="{16BCCBBB-CB39-D1EB-2B86-7E3BA29F884F}"/>
              </a:ext>
            </a:extLst>
          </p:cNvPr>
          <p:cNvSpPr/>
          <p:nvPr/>
        </p:nvSpPr>
        <p:spPr>
          <a:xfrm>
            <a:off x="10419144" y="4463586"/>
            <a:ext cx="12694952" cy="1"/>
          </a:xfrm>
          <a:prstGeom prst="line">
            <a:avLst/>
          </a:prstGeom>
          <a:ln w="19050">
            <a:solidFill>
              <a:srgbClr val="E2E2E2"/>
            </a:solidFill>
            <a:miter lim="400000"/>
          </a:ln>
        </p:spPr>
        <p:txBody>
          <a:bodyPr lIns="0" tIns="0" rIns="0" bIns="0" anchor="ctr"/>
          <a:lstStyle/>
          <a:p>
            <a:pPr marL="0" marR="0" lvl="0" indent="0" algn="ctr" defTabSz="825500" rtl="0" eaLnBrk="1" fontAlgn="auto" latinLnBrk="0" hangingPunct="0">
              <a:lnSpc>
                <a:spcPct val="100000"/>
              </a:lnSpc>
              <a:spcBef>
                <a:spcPts val="0"/>
              </a:spcBef>
              <a:spcAft>
                <a:spcPts val="0"/>
              </a:spcAft>
              <a:buClrTx/>
              <a:buSzTx/>
              <a:buFontTx/>
              <a:buNone/>
              <a:tabLst/>
              <a:defRPr sz="3200">
                <a:solidFill>
                  <a:srgbClr val="FFFFFF"/>
                </a:solidFill>
                <a:latin typeface="Poppins Bold"/>
                <a:ea typeface="Poppins Bold"/>
                <a:cs typeface="Poppins Bold"/>
                <a:sym typeface="Poppins Bold"/>
              </a:defRPr>
            </a:pPr>
            <a:endParaRPr kumimoji="0" sz="3200" b="1" u="none" strike="noStrike" kern="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Poppins Bold"/>
              <a:sym typeface="Poppins Bold"/>
            </a:endParaRPr>
          </a:p>
        </p:txBody>
      </p:sp>
      <p:sp>
        <p:nvSpPr>
          <p:cNvPr id="30" name="Line">
            <a:extLst>
              <a:ext uri="{FF2B5EF4-FFF2-40B4-BE49-F238E27FC236}">
                <a16:creationId xmlns:a16="http://schemas.microsoft.com/office/drawing/2014/main" id="{CAC25C43-887B-E374-7FA0-5F3BDD09006D}"/>
              </a:ext>
            </a:extLst>
          </p:cNvPr>
          <p:cNvSpPr/>
          <p:nvPr/>
        </p:nvSpPr>
        <p:spPr>
          <a:xfrm>
            <a:off x="10419144" y="5858066"/>
            <a:ext cx="12694952" cy="1"/>
          </a:xfrm>
          <a:prstGeom prst="line">
            <a:avLst/>
          </a:prstGeom>
          <a:ln w="19050">
            <a:solidFill>
              <a:srgbClr val="E2E2E2"/>
            </a:solidFill>
            <a:miter lim="400000"/>
          </a:ln>
        </p:spPr>
        <p:txBody>
          <a:bodyPr lIns="0" tIns="0" rIns="0" bIns="0" anchor="ctr"/>
          <a:lstStyle/>
          <a:p>
            <a:pPr marL="0" marR="0" lvl="0" indent="0" algn="ctr" defTabSz="825500" rtl="0" eaLnBrk="1" fontAlgn="auto" latinLnBrk="0" hangingPunct="0">
              <a:lnSpc>
                <a:spcPct val="100000"/>
              </a:lnSpc>
              <a:spcBef>
                <a:spcPts val="0"/>
              </a:spcBef>
              <a:spcAft>
                <a:spcPts val="0"/>
              </a:spcAft>
              <a:buClrTx/>
              <a:buSzTx/>
              <a:buFontTx/>
              <a:buNone/>
              <a:tabLst/>
              <a:defRPr sz="3200">
                <a:solidFill>
                  <a:srgbClr val="FFFFFF"/>
                </a:solidFill>
                <a:latin typeface="Poppins Bold"/>
                <a:ea typeface="Poppins Bold"/>
                <a:cs typeface="Poppins Bold"/>
                <a:sym typeface="Poppins Bold"/>
              </a:defRPr>
            </a:pPr>
            <a:endParaRPr kumimoji="0" sz="3200" b="1" u="none" strike="noStrike" kern="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Poppins Bold"/>
              <a:sym typeface="Poppins Bold"/>
            </a:endParaRPr>
          </a:p>
        </p:txBody>
      </p:sp>
      <p:sp>
        <p:nvSpPr>
          <p:cNvPr id="31" name="Line">
            <a:extLst>
              <a:ext uri="{FF2B5EF4-FFF2-40B4-BE49-F238E27FC236}">
                <a16:creationId xmlns:a16="http://schemas.microsoft.com/office/drawing/2014/main" id="{C527F8D5-91CC-A9EF-A3EA-1118E3C78620}"/>
              </a:ext>
            </a:extLst>
          </p:cNvPr>
          <p:cNvSpPr/>
          <p:nvPr/>
        </p:nvSpPr>
        <p:spPr>
          <a:xfrm>
            <a:off x="10419144" y="7252546"/>
            <a:ext cx="12694952" cy="1"/>
          </a:xfrm>
          <a:prstGeom prst="line">
            <a:avLst/>
          </a:prstGeom>
          <a:ln w="19050">
            <a:solidFill>
              <a:srgbClr val="E2E2E2"/>
            </a:solidFill>
            <a:miter lim="400000"/>
          </a:ln>
        </p:spPr>
        <p:txBody>
          <a:bodyPr lIns="0" tIns="0" rIns="0" bIns="0" anchor="ctr"/>
          <a:lstStyle/>
          <a:p>
            <a:pPr marL="0" marR="0" lvl="0" indent="0" algn="ctr" defTabSz="825500" rtl="0" eaLnBrk="1" fontAlgn="auto" latinLnBrk="0" hangingPunct="0">
              <a:lnSpc>
                <a:spcPct val="100000"/>
              </a:lnSpc>
              <a:spcBef>
                <a:spcPts val="0"/>
              </a:spcBef>
              <a:spcAft>
                <a:spcPts val="0"/>
              </a:spcAft>
              <a:buClrTx/>
              <a:buSzTx/>
              <a:buFontTx/>
              <a:buNone/>
              <a:tabLst/>
              <a:defRPr sz="3200">
                <a:solidFill>
                  <a:srgbClr val="FFFFFF"/>
                </a:solidFill>
                <a:latin typeface="Poppins Bold"/>
                <a:ea typeface="Poppins Bold"/>
                <a:cs typeface="Poppins Bold"/>
                <a:sym typeface="Poppins Bold"/>
              </a:defRPr>
            </a:pPr>
            <a:endParaRPr kumimoji="0" sz="3200" b="1" u="none" strike="noStrike" kern="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Poppins Bold"/>
              <a:sym typeface="Poppins Bold"/>
            </a:endParaRPr>
          </a:p>
        </p:txBody>
      </p:sp>
      <p:sp>
        <p:nvSpPr>
          <p:cNvPr id="2" name="Text 7">
            <a:extLst>
              <a:ext uri="{FF2B5EF4-FFF2-40B4-BE49-F238E27FC236}">
                <a16:creationId xmlns:a16="http://schemas.microsoft.com/office/drawing/2014/main" id="{091CB27F-4C16-D05F-E036-0903AD4DC347}"/>
              </a:ext>
            </a:extLst>
          </p:cNvPr>
          <p:cNvSpPr/>
          <p:nvPr/>
        </p:nvSpPr>
        <p:spPr>
          <a:xfrm>
            <a:off x="10388600" y="7639051"/>
            <a:ext cx="10820400" cy="571500"/>
          </a:xfrm>
          <a:prstGeom prst="rect">
            <a:avLst/>
          </a:prstGeom>
          <a:noFill/>
          <a:ln/>
        </p:spPr>
        <p:txBody>
          <a:bodyPr wrap="square" lIns="0" tIns="0" rIns="0" bIns="0" rtlCol="0" anchor="ctr"/>
          <a:lstStyle/>
          <a:p>
            <a:pPr>
              <a:lnSpc>
                <a:spcPts val="4500"/>
              </a:lnSpc>
            </a:pPr>
            <a:r>
              <a:rPr lang="en-US" dirty="0">
                <a:solidFill>
                  <a:srgbClr val="000000"/>
                </a:solidFill>
                <a:latin typeface="Inter Semi Bold" pitchFamily="34" charset="0"/>
                <a:ea typeface="Inter Semi Bold" pitchFamily="34" charset="-122"/>
                <a:cs typeface="Inter Semi Bold" pitchFamily="34" charset="-120"/>
              </a:rPr>
              <a:t>Error details &amp; examples</a:t>
            </a:r>
            <a:endParaRPr lang="en-US" dirty="0">
              <a:latin typeface="Inter" panose="02000503000000020004" pitchFamily="2" charset="0"/>
            </a:endParaRPr>
          </a:p>
        </p:txBody>
      </p:sp>
      <p:sp>
        <p:nvSpPr>
          <p:cNvPr id="3" name="Line">
            <a:extLst>
              <a:ext uri="{FF2B5EF4-FFF2-40B4-BE49-F238E27FC236}">
                <a16:creationId xmlns:a16="http://schemas.microsoft.com/office/drawing/2014/main" id="{43008BD6-9CFA-55EA-5CBB-892317752B27}"/>
              </a:ext>
            </a:extLst>
          </p:cNvPr>
          <p:cNvSpPr/>
          <p:nvPr/>
        </p:nvSpPr>
        <p:spPr>
          <a:xfrm>
            <a:off x="10419144" y="8647025"/>
            <a:ext cx="12694952" cy="1"/>
          </a:xfrm>
          <a:prstGeom prst="line">
            <a:avLst/>
          </a:prstGeom>
          <a:ln w="19050">
            <a:solidFill>
              <a:srgbClr val="E2E2E2"/>
            </a:solidFill>
            <a:miter lim="400000"/>
          </a:ln>
        </p:spPr>
        <p:txBody>
          <a:bodyPr lIns="0" tIns="0" rIns="0" bIns="0" anchor="ctr"/>
          <a:lstStyle/>
          <a:p>
            <a:pPr marL="0" marR="0" lvl="0" indent="0" algn="ctr" defTabSz="825500" rtl="0" eaLnBrk="1" fontAlgn="auto" latinLnBrk="0" hangingPunct="0">
              <a:lnSpc>
                <a:spcPct val="100000"/>
              </a:lnSpc>
              <a:spcBef>
                <a:spcPts val="0"/>
              </a:spcBef>
              <a:spcAft>
                <a:spcPts val="0"/>
              </a:spcAft>
              <a:buClrTx/>
              <a:buSzTx/>
              <a:buFontTx/>
              <a:buNone/>
              <a:tabLst/>
              <a:defRPr sz="3200">
                <a:solidFill>
                  <a:srgbClr val="FFFFFF"/>
                </a:solidFill>
                <a:latin typeface="Poppins Bold"/>
                <a:ea typeface="Poppins Bold"/>
                <a:cs typeface="Poppins Bold"/>
                <a:sym typeface="Poppins Bold"/>
              </a:defRPr>
            </a:pPr>
            <a:endParaRPr kumimoji="0" sz="3200" b="1" u="none" strike="noStrike" kern="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Poppins Bold"/>
              <a:sym typeface="Poppins Bold"/>
            </a:endParaRPr>
          </a:p>
        </p:txBody>
      </p:sp>
      <p:sp>
        <p:nvSpPr>
          <p:cNvPr id="4" name="Text 7">
            <a:extLst>
              <a:ext uri="{FF2B5EF4-FFF2-40B4-BE49-F238E27FC236}">
                <a16:creationId xmlns:a16="http://schemas.microsoft.com/office/drawing/2014/main" id="{99469FC7-5235-609D-C88D-2389E1FD26B7}"/>
              </a:ext>
            </a:extLst>
          </p:cNvPr>
          <p:cNvSpPr/>
          <p:nvPr/>
        </p:nvSpPr>
        <p:spPr>
          <a:xfrm>
            <a:off x="10388600" y="9033530"/>
            <a:ext cx="10820400" cy="571500"/>
          </a:xfrm>
          <a:prstGeom prst="rect">
            <a:avLst/>
          </a:prstGeom>
          <a:noFill/>
          <a:ln/>
        </p:spPr>
        <p:txBody>
          <a:bodyPr wrap="square" lIns="0" tIns="0" rIns="0" bIns="0" rtlCol="0" anchor="ctr"/>
          <a:lstStyle/>
          <a:p>
            <a:pPr>
              <a:lnSpc>
                <a:spcPts val="4500"/>
              </a:lnSpc>
            </a:pPr>
            <a:r>
              <a:rPr lang="en-US" dirty="0">
                <a:solidFill>
                  <a:srgbClr val="000000"/>
                </a:solidFill>
                <a:latin typeface="Inter Semi Bold" pitchFamily="34" charset="0"/>
                <a:ea typeface="Inter Semi Bold" pitchFamily="34" charset="-122"/>
                <a:cs typeface="Inter Semi Bold" pitchFamily="34" charset="-120"/>
              </a:rPr>
              <a:t>Audit Analysis</a:t>
            </a:r>
            <a:endParaRPr lang="en-US" sz="3200" kern="1200" dirty="0">
              <a:solidFill>
                <a:schemeClr val="tx1">
                  <a:lumMod val="85000"/>
                  <a:lumOff val="15000"/>
                </a:schemeClr>
              </a:solidFill>
              <a:latin typeface="+mj-lt"/>
              <a:ea typeface="+mj-ea"/>
              <a:cs typeface="+mj-cs"/>
            </a:endParaRPr>
          </a:p>
        </p:txBody>
      </p:sp>
      <p:sp>
        <p:nvSpPr>
          <p:cNvPr id="5" name="Line">
            <a:extLst>
              <a:ext uri="{FF2B5EF4-FFF2-40B4-BE49-F238E27FC236}">
                <a16:creationId xmlns:a16="http://schemas.microsoft.com/office/drawing/2014/main" id="{DC74C9A6-B6FC-4559-DE31-2643BB521DC7}"/>
              </a:ext>
            </a:extLst>
          </p:cNvPr>
          <p:cNvSpPr/>
          <p:nvPr/>
        </p:nvSpPr>
        <p:spPr>
          <a:xfrm>
            <a:off x="10419144" y="10041504"/>
            <a:ext cx="12694952" cy="1"/>
          </a:xfrm>
          <a:prstGeom prst="line">
            <a:avLst/>
          </a:prstGeom>
          <a:ln w="19050">
            <a:solidFill>
              <a:srgbClr val="E2E2E2"/>
            </a:solidFill>
            <a:miter lim="400000"/>
          </a:ln>
        </p:spPr>
        <p:txBody>
          <a:bodyPr lIns="0" tIns="0" rIns="0" bIns="0" anchor="ctr"/>
          <a:lstStyle/>
          <a:p>
            <a:pPr marL="0" marR="0" lvl="0" indent="0" algn="ctr" defTabSz="825500" rtl="0" eaLnBrk="1" fontAlgn="auto" latinLnBrk="0" hangingPunct="0">
              <a:lnSpc>
                <a:spcPct val="100000"/>
              </a:lnSpc>
              <a:spcBef>
                <a:spcPts val="0"/>
              </a:spcBef>
              <a:spcAft>
                <a:spcPts val="0"/>
              </a:spcAft>
              <a:buClrTx/>
              <a:buSzTx/>
              <a:buFontTx/>
              <a:buNone/>
              <a:tabLst/>
              <a:defRPr sz="3200">
                <a:solidFill>
                  <a:srgbClr val="FFFFFF"/>
                </a:solidFill>
                <a:latin typeface="Poppins Bold"/>
                <a:ea typeface="Poppins Bold"/>
                <a:cs typeface="Poppins Bold"/>
                <a:sym typeface="Poppins Bold"/>
              </a:defRPr>
            </a:pPr>
            <a:endParaRPr kumimoji="0" sz="3200" b="1" u="none" strike="noStrike" kern="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Poppins Bold"/>
              <a:sym typeface="Poppins Bold"/>
            </a:endParaRPr>
          </a:p>
        </p:txBody>
      </p:sp>
      <p:sp>
        <p:nvSpPr>
          <p:cNvPr id="8" name="Text 7">
            <a:extLst>
              <a:ext uri="{FF2B5EF4-FFF2-40B4-BE49-F238E27FC236}">
                <a16:creationId xmlns:a16="http://schemas.microsoft.com/office/drawing/2014/main" id="{82838729-AA10-0385-1451-19EDE35D43FE}"/>
              </a:ext>
            </a:extLst>
          </p:cNvPr>
          <p:cNvSpPr/>
          <p:nvPr/>
        </p:nvSpPr>
        <p:spPr>
          <a:xfrm>
            <a:off x="10388600" y="10428009"/>
            <a:ext cx="10820400" cy="571500"/>
          </a:xfrm>
          <a:prstGeom prst="rect">
            <a:avLst/>
          </a:prstGeom>
          <a:noFill/>
          <a:ln/>
        </p:spPr>
        <p:txBody>
          <a:bodyPr wrap="square" lIns="0" tIns="0" rIns="0" bIns="0" rtlCol="0" anchor="ctr"/>
          <a:lstStyle/>
          <a:p>
            <a:pPr>
              <a:lnSpc>
                <a:spcPts val="4500"/>
              </a:lnSpc>
            </a:pPr>
            <a:r>
              <a:rPr lang="en-US" sz="2800" kern="1200" dirty="0">
                <a:solidFill>
                  <a:schemeClr val="tx1">
                    <a:lumMod val="85000"/>
                    <a:lumOff val="15000"/>
                  </a:schemeClr>
                </a:solidFill>
                <a:latin typeface="+mj-lt"/>
                <a:ea typeface="+mj-ea"/>
                <a:cs typeface="+mj-cs"/>
              </a:rPr>
              <a:t>Calculations Formulas</a:t>
            </a:r>
            <a:endParaRPr lang="en-US" dirty="0">
              <a:latin typeface="Inter" panose="02000503000000020004" pitchFamily="2" charset="0"/>
            </a:endParaRPr>
          </a:p>
        </p:txBody>
      </p:sp>
      <p:sp>
        <p:nvSpPr>
          <p:cNvPr id="9" name="Line">
            <a:extLst>
              <a:ext uri="{FF2B5EF4-FFF2-40B4-BE49-F238E27FC236}">
                <a16:creationId xmlns:a16="http://schemas.microsoft.com/office/drawing/2014/main" id="{7AB2BA65-6301-DE95-87D7-AA0D90185A90}"/>
              </a:ext>
            </a:extLst>
          </p:cNvPr>
          <p:cNvSpPr/>
          <p:nvPr/>
        </p:nvSpPr>
        <p:spPr>
          <a:xfrm>
            <a:off x="10419144" y="11435983"/>
            <a:ext cx="12694952" cy="1"/>
          </a:xfrm>
          <a:prstGeom prst="line">
            <a:avLst/>
          </a:prstGeom>
          <a:ln w="19050">
            <a:solidFill>
              <a:srgbClr val="E2E2E2"/>
            </a:solidFill>
            <a:miter lim="400000"/>
          </a:ln>
        </p:spPr>
        <p:txBody>
          <a:bodyPr lIns="0" tIns="0" rIns="0" bIns="0" anchor="ctr"/>
          <a:lstStyle/>
          <a:p>
            <a:pPr marL="0" marR="0" lvl="0" indent="0" algn="ctr" defTabSz="825500" rtl="0" eaLnBrk="1" fontAlgn="auto" latinLnBrk="0" hangingPunct="0">
              <a:lnSpc>
                <a:spcPct val="100000"/>
              </a:lnSpc>
              <a:spcBef>
                <a:spcPts val="0"/>
              </a:spcBef>
              <a:spcAft>
                <a:spcPts val="0"/>
              </a:spcAft>
              <a:buClrTx/>
              <a:buSzTx/>
              <a:buFontTx/>
              <a:buNone/>
              <a:tabLst/>
              <a:defRPr sz="3200">
                <a:solidFill>
                  <a:srgbClr val="FFFFFF"/>
                </a:solidFill>
                <a:latin typeface="Poppins Bold"/>
                <a:ea typeface="Poppins Bold"/>
                <a:cs typeface="Poppins Bold"/>
                <a:sym typeface="Poppins Bold"/>
              </a:defRPr>
            </a:pPr>
            <a:endParaRPr kumimoji="0" sz="3200" b="1" u="none" strike="noStrike" kern="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Poppins Bold"/>
              <a:sym typeface="Poppins Bold"/>
            </a:endParaRPr>
          </a:p>
        </p:txBody>
      </p:sp>
      <p:sp>
        <p:nvSpPr>
          <p:cNvPr id="10" name="Text 7">
            <a:extLst>
              <a:ext uri="{FF2B5EF4-FFF2-40B4-BE49-F238E27FC236}">
                <a16:creationId xmlns:a16="http://schemas.microsoft.com/office/drawing/2014/main" id="{576BB9BD-37AE-EAD3-BCEE-8AC07781EDA3}"/>
              </a:ext>
            </a:extLst>
          </p:cNvPr>
          <p:cNvSpPr/>
          <p:nvPr/>
        </p:nvSpPr>
        <p:spPr>
          <a:xfrm>
            <a:off x="10388600" y="11822487"/>
            <a:ext cx="10820400" cy="571500"/>
          </a:xfrm>
          <a:prstGeom prst="rect">
            <a:avLst/>
          </a:prstGeom>
          <a:noFill/>
          <a:ln/>
        </p:spPr>
        <p:txBody>
          <a:bodyPr wrap="square" lIns="0" tIns="0" rIns="0" bIns="0" rtlCol="0" anchor="ctr"/>
          <a:lstStyle/>
          <a:p>
            <a:pPr>
              <a:lnSpc>
                <a:spcPts val="4500"/>
              </a:lnSpc>
            </a:pPr>
            <a:r>
              <a:rPr lang="en-US" dirty="0">
                <a:solidFill>
                  <a:srgbClr val="000000"/>
                </a:solidFill>
                <a:latin typeface="Inter Semi Bold" pitchFamily="34" charset="0"/>
                <a:ea typeface="Inter Semi Bold" pitchFamily="34" charset="-122"/>
                <a:cs typeface="Inter Semi Bold" pitchFamily="34" charset="-120"/>
              </a:rPr>
              <a:t>Audit Data table summary</a:t>
            </a:r>
            <a:endParaRPr lang="en-US" dirty="0">
              <a:latin typeface="Inter" panose="02000503000000020004" pitchFamily="2" charset="0"/>
            </a:endParaRPr>
          </a:p>
        </p:txBody>
      </p:sp>
      <p:sp>
        <p:nvSpPr>
          <p:cNvPr id="11" name="Line">
            <a:extLst>
              <a:ext uri="{FF2B5EF4-FFF2-40B4-BE49-F238E27FC236}">
                <a16:creationId xmlns:a16="http://schemas.microsoft.com/office/drawing/2014/main" id="{83A1AB02-FFB8-E282-4CBB-FD98E1C5A886}"/>
              </a:ext>
            </a:extLst>
          </p:cNvPr>
          <p:cNvSpPr/>
          <p:nvPr/>
        </p:nvSpPr>
        <p:spPr>
          <a:xfrm>
            <a:off x="10419144" y="12780489"/>
            <a:ext cx="12694952" cy="1"/>
          </a:xfrm>
          <a:prstGeom prst="line">
            <a:avLst/>
          </a:prstGeom>
          <a:ln w="19050">
            <a:solidFill>
              <a:srgbClr val="E2E2E2"/>
            </a:solidFill>
            <a:miter lim="400000"/>
          </a:ln>
        </p:spPr>
        <p:txBody>
          <a:bodyPr lIns="0" tIns="0" rIns="0" bIns="0" anchor="ctr"/>
          <a:lstStyle/>
          <a:p>
            <a:pPr marL="0" marR="0" lvl="0" indent="0" algn="ctr" defTabSz="825500" rtl="0" eaLnBrk="1" fontAlgn="auto" latinLnBrk="0" hangingPunct="0">
              <a:lnSpc>
                <a:spcPct val="100000"/>
              </a:lnSpc>
              <a:spcBef>
                <a:spcPts val="0"/>
              </a:spcBef>
              <a:spcAft>
                <a:spcPts val="0"/>
              </a:spcAft>
              <a:buClrTx/>
              <a:buSzTx/>
              <a:buFontTx/>
              <a:buNone/>
              <a:tabLst/>
              <a:defRPr sz="3200">
                <a:solidFill>
                  <a:srgbClr val="FFFFFF"/>
                </a:solidFill>
                <a:latin typeface="Poppins Bold"/>
                <a:ea typeface="Poppins Bold"/>
                <a:cs typeface="Poppins Bold"/>
                <a:sym typeface="Poppins Bold"/>
              </a:defRPr>
            </a:pPr>
            <a:endParaRPr kumimoji="0" sz="3200" b="1" u="none" strike="noStrike" kern="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Poppins Bold"/>
              <a:sym typeface="Poppins Bold"/>
            </a:endParaRPr>
          </a:p>
        </p:txBody>
      </p:sp>
      <p:sp>
        <p:nvSpPr>
          <p:cNvPr id="12" name="Text 7">
            <a:extLst>
              <a:ext uri="{FF2B5EF4-FFF2-40B4-BE49-F238E27FC236}">
                <a16:creationId xmlns:a16="http://schemas.microsoft.com/office/drawing/2014/main" id="{F7F23AFF-6A15-FB00-BC3B-52EE0CB1229D}"/>
              </a:ext>
            </a:extLst>
          </p:cNvPr>
          <p:cNvSpPr/>
          <p:nvPr/>
        </p:nvSpPr>
        <p:spPr>
          <a:xfrm>
            <a:off x="10388600" y="13166993"/>
            <a:ext cx="10820400" cy="571500"/>
          </a:xfrm>
          <a:prstGeom prst="rect">
            <a:avLst/>
          </a:prstGeom>
          <a:noFill/>
          <a:ln/>
        </p:spPr>
        <p:txBody>
          <a:bodyPr wrap="square" lIns="0" tIns="0" rIns="0" bIns="0" rtlCol="0" anchor="ctr"/>
          <a:lstStyle/>
          <a:p>
            <a:pPr>
              <a:lnSpc>
                <a:spcPts val="4500"/>
              </a:lnSpc>
            </a:pPr>
            <a:r>
              <a:rPr lang="en-US" dirty="0">
                <a:solidFill>
                  <a:srgbClr val="000000"/>
                </a:solidFill>
                <a:latin typeface="Inter Semi Bold" pitchFamily="34" charset="0"/>
                <a:ea typeface="Inter Semi Bold" pitchFamily="34" charset="-122"/>
                <a:cs typeface="Inter Semi Bold" pitchFamily="34" charset="-120"/>
              </a:rPr>
              <a:t>Conclusion &amp; most found errors</a:t>
            </a:r>
            <a:endParaRPr lang="en-US" dirty="0">
              <a:latin typeface="Inter" panose="02000503000000020004" pitchFamily="2" charset="0"/>
            </a:endParaRPr>
          </a:p>
        </p:txBody>
      </p:sp>
    </p:spTree>
    <p:extLst>
      <p:ext uri="{BB962C8B-B14F-4D97-AF65-F5344CB8AC3E}">
        <p14:creationId xmlns:p14="http://schemas.microsoft.com/office/powerpoint/2010/main" val="1016370066"/>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a:extLst>
              <a:ext uri="{FF2B5EF4-FFF2-40B4-BE49-F238E27FC236}">
                <a16:creationId xmlns:a16="http://schemas.microsoft.com/office/drawing/2014/main" id="{151D520D-72CC-552E-4697-6DAA8BEBA6FF}"/>
              </a:ext>
            </a:extLst>
          </p:cNvPr>
          <p:cNvSpPr/>
          <p:nvPr/>
        </p:nvSpPr>
        <p:spPr>
          <a:xfrm>
            <a:off x="1244600" y="1270001"/>
            <a:ext cx="7645400" cy="1333500"/>
          </a:xfrm>
          <a:prstGeom prst="rect">
            <a:avLst/>
          </a:prstGeom>
          <a:noFill/>
          <a:ln/>
        </p:spPr>
        <p:txBody>
          <a:bodyPr wrap="square" lIns="0" tIns="0" rIns="0" bIns="0" rtlCol="0" anchor="ctr"/>
          <a:lstStyle/>
          <a:p>
            <a:pPr>
              <a:lnSpc>
                <a:spcPts val="10500"/>
              </a:lnSpc>
            </a:pPr>
            <a:r>
              <a:rPr lang="en-US" sz="8000" dirty="0">
                <a:solidFill>
                  <a:srgbClr val="0D0D0D"/>
                </a:solidFill>
                <a:latin typeface="Inter Semi Bold" pitchFamily="34" charset="0"/>
                <a:ea typeface="Inter Semi Bold" pitchFamily="34" charset="-122"/>
                <a:cs typeface="Inter Semi Bold" pitchFamily="34" charset="-120"/>
              </a:rPr>
              <a:t>Objectives</a:t>
            </a:r>
            <a:endParaRPr lang="en-US" sz="8000" dirty="0">
              <a:latin typeface="Inter" panose="02000503000000020004" pitchFamily="2" charset="0"/>
            </a:endParaRPr>
          </a:p>
        </p:txBody>
      </p:sp>
      <p:sp>
        <p:nvSpPr>
          <p:cNvPr id="2" name="TextBox 1">
            <a:extLst>
              <a:ext uri="{FF2B5EF4-FFF2-40B4-BE49-F238E27FC236}">
                <a16:creationId xmlns:a16="http://schemas.microsoft.com/office/drawing/2014/main" id="{CB379F0A-A8D4-12AE-1F3E-98EEB901B99B}"/>
              </a:ext>
            </a:extLst>
          </p:cNvPr>
          <p:cNvSpPr txBox="1"/>
          <p:nvPr/>
        </p:nvSpPr>
        <p:spPr>
          <a:xfrm>
            <a:off x="12191999" y="1270001"/>
            <a:ext cx="12192001" cy="187743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ts val="7200"/>
              </a:lnSpc>
            </a:pPr>
            <a:r>
              <a:rPr lang="en-US" sz="5000" dirty="0">
                <a:solidFill>
                  <a:srgbClr val="0D0D0D"/>
                </a:solidFill>
                <a:latin typeface="Inter Regular" pitchFamily="34" charset="0"/>
                <a:ea typeface="Inter Regular" pitchFamily="34" charset="-122"/>
                <a:cs typeface="Inter Regular" pitchFamily="34" charset="-120"/>
              </a:rPr>
              <a:t>Obtaining a realistic and objective understanding of MOMRA data quality</a:t>
            </a:r>
            <a:endParaRPr lang="en-US" sz="5000" dirty="0">
              <a:latin typeface="Inter" panose="02000503000000020004" pitchFamily="2" charset="0"/>
            </a:endParaRPr>
          </a:p>
        </p:txBody>
      </p:sp>
      <p:sp>
        <p:nvSpPr>
          <p:cNvPr id="6" name="TextBox 5">
            <a:extLst>
              <a:ext uri="{FF2B5EF4-FFF2-40B4-BE49-F238E27FC236}">
                <a16:creationId xmlns:a16="http://schemas.microsoft.com/office/drawing/2014/main" id="{EA0F8D89-5C06-E208-72DF-9646ABDB3112}"/>
              </a:ext>
            </a:extLst>
          </p:cNvPr>
          <p:cNvSpPr txBox="1"/>
          <p:nvPr/>
        </p:nvSpPr>
        <p:spPr>
          <a:xfrm>
            <a:off x="12191999" y="5919281"/>
            <a:ext cx="11233485" cy="280076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ts val="7200"/>
              </a:lnSpc>
            </a:pPr>
            <a:r>
              <a:rPr lang="en-US" sz="5000" dirty="0">
                <a:solidFill>
                  <a:srgbClr val="0D0D0D"/>
                </a:solidFill>
                <a:latin typeface="Inter Regular" pitchFamily="34" charset="0"/>
                <a:ea typeface="Inter Regular" pitchFamily="34" charset="-122"/>
                <a:cs typeface="Inter Regular" pitchFamily="34" charset="-120"/>
              </a:rPr>
              <a:t>Drawing up an action plan for the production department aimed at improving the quality of the product.</a:t>
            </a:r>
            <a:endParaRPr lang="en-US" sz="5000" dirty="0">
              <a:latin typeface="Inter" panose="02000503000000020004" pitchFamily="2" charset="0"/>
            </a:endParaRPr>
          </a:p>
        </p:txBody>
      </p:sp>
    </p:spTree>
    <p:extLst>
      <p:ext uri="{BB962C8B-B14F-4D97-AF65-F5344CB8AC3E}">
        <p14:creationId xmlns:p14="http://schemas.microsoft.com/office/powerpoint/2010/main" val="1168607788"/>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626642" y="7225630"/>
            <a:ext cx="6256421" cy="1524000"/>
          </a:xfrm>
          <a:prstGeom prst="rect">
            <a:avLst/>
          </a:prstGeom>
          <a:noFill/>
          <a:ln/>
        </p:spPr>
        <p:txBody>
          <a:bodyPr wrap="square" lIns="0" tIns="0" rIns="0" bIns="0" rtlCol="0" anchor="t"/>
          <a:lstStyle/>
          <a:p>
            <a:pPr>
              <a:lnSpc>
                <a:spcPts val="4000"/>
              </a:lnSpc>
            </a:pPr>
            <a:r>
              <a:rPr lang="en-US" sz="2400" dirty="0">
                <a:solidFill>
                  <a:srgbClr val="0D0D0D"/>
                </a:solidFill>
                <a:latin typeface="Inter Regular" pitchFamily="34" charset="0"/>
                <a:ea typeface="Inter Regular" pitchFamily="34" charset="-122"/>
                <a:cs typeface="Inter Regular" pitchFamily="34" charset="-120"/>
              </a:rPr>
              <a:t>Accuracy reflects how correctly and sufficiently the information is presented.</a:t>
            </a:r>
            <a:endParaRPr lang="en-US" sz="2400" dirty="0">
              <a:latin typeface="Inter" panose="02000503000000020004" pitchFamily="2" charset="0"/>
            </a:endParaRPr>
          </a:p>
        </p:txBody>
      </p:sp>
      <p:sp>
        <p:nvSpPr>
          <p:cNvPr id="3" name="Text 1"/>
          <p:cNvSpPr/>
          <p:nvPr/>
        </p:nvSpPr>
        <p:spPr>
          <a:xfrm>
            <a:off x="8626642" y="6019131"/>
            <a:ext cx="6256421" cy="698500"/>
          </a:xfrm>
          <a:prstGeom prst="rect">
            <a:avLst/>
          </a:prstGeom>
          <a:noFill/>
          <a:ln/>
        </p:spPr>
        <p:txBody>
          <a:bodyPr wrap="square" lIns="0" tIns="0" rIns="0" bIns="0" rtlCol="0" anchor="t"/>
          <a:lstStyle/>
          <a:p>
            <a:pPr>
              <a:lnSpc>
                <a:spcPts val="5500"/>
              </a:lnSpc>
            </a:pPr>
            <a:r>
              <a:rPr lang="en-US" sz="3600" dirty="0">
                <a:solidFill>
                  <a:srgbClr val="0D0D0D"/>
                </a:solidFill>
                <a:latin typeface="Inter Semi Bold" pitchFamily="34" charset="0"/>
                <a:ea typeface="Inter Semi Bold" pitchFamily="34" charset="-122"/>
                <a:cs typeface="Inter Semi Bold" pitchFamily="34" charset="-120"/>
              </a:rPr>
              <a:t>Accuracy</a:t>
            </a:r>
            <a:endParaRPr lang="en-US" sz="3600" dirty="0">
              <a:latin typeface="Inter" panose="02000503000000020004" pitchFamily="2" charset="0"/>
            </a:endParaRPr>
          </a:p>
        </p:txBody>
      </p:sp>
      <p:sp>
        <p:nvSpPr>
          <p:cNvPr id="4" name="Text 2"/>
          <p:cNvSpPr/>
          <p:nvPr/>
        </p:nvSpPr>
        <p:spPr>
          <a:xfrm>
            <a:off x="1244600" y="7225630"/>
            <a:ext cx="6507745" cy="2032000"/>
          </a:xfrm>
          <a:prstGeom prst="rect">
            <a:avLst/>
          </a:prstGeom>
          <a:noFill/>
          <a:ln/>
        </p:spPr>
        <p:txBody>
          <a:bodyPr wrap="square" lIns="0" tIns="0" rIns="0" bIns="0" rtlCol="0" anchor="t"/>
          <a:lstStyle/>
          <a:p>
            <a:pPr>
              <a:lnSpc>
                <a:spcPts val="4000"/>
              </a:lnSpc>
            </a:pPr>
            <a:r>
              <a:rPr lang="en-US" sz="2400" dirty="0">
                <a:solidFill>
                  <a:srgbClr val="0D0D0D"/>
                </a:solidFill>
                <a:latin typeface="Inter Regular" pitchFamily="34" charset="0"/>
                <a:ea typeface="Inter Regular" pitchFamily="34" charset="-122"/>
                <a:cs typeface="Inter Regular" pitchFamily="34" charset="-120"/>
              </a:rPr>
              <a:t>Completeness reflects the presence of an organization/object on the territory.</a:t>
            </a:r>
            <a:endParaRPr lang="en-US" sz="2400" dirty="0">
              <a:latin typeface="Inter" panose="02000503000000020004" pitchFamily="2" charset="0"/>
            </a:endParaRPr>
          </a:p>
        </p:txBody>
      </p:sp>
      <p:sp>
        <p:nvSpPr>
          <p:cNvPr id="5" name="Text 3"/>
          <p:cNvSpPr/>
          <p:nvPr/>
        </p:nvSpPr>
        <p:spPr>
          <a:xfrm>
            <a:off x="1244600" y="6019131"/>
            <a:ext cx="6507745" cy="698500"/>
          </a:xfrm>
          <a:prstGeom prst="rect">
            <a:avLst/>
          </a:prstGeom>
          <a:noFill/>
          <a:ln/>
        </p:spPr>
        <p:txBody>
          <a:bodyPr wrap="square" lIns="0" tIns="0" rIns="0" bIns="0" rtlCol="0" anchor="t"/>
          <a:lstStyle/>
          <a:p>
            <a:pPr>
              <a:lnSpc>
                <a:spcPts val="5500"/>
              </a:lnSpc>
            </a:pPr>
            <a:r>
              <a:rPr lang="en-US" sz="3600" dirty="0">
                <a:solidFill>
                  <a:srgbClr val="0D0D0D"/>
                </a:solidFill>
                <a:latin typeface="Inter Semi Bold" pitchFamily="34" charset="0"/>
                <a:ea typeface="Inter Semi Bold" pitchFamily="34" charset="-122"/>
                <a:cs typeface="Inter Semi Bold" pitchFamily="34" charset="-120"/>
              </a:rPr>
              <a:t>Completeness</a:t>
            </a:r>
            <a:endParaRPr lang="en-US" sz="3600" dirty="0">
              <a:latin typeface="Inter" panose="02000503000000020004" pitchFamily="2" charset="0"/>
            </a:endParaRPr>
          </a:p>
        </p:txBody>
      </p:sp>
      <p:sp>
        <p:nvSpPr>
          <p:cNvPr id="6" name="Text 4"/>
          <p:cNvSpPr/>
          <p:nvPr/>
        </p:nvSpPr>
        <p:spPr>
          <a:xfrm>
            <a:off x="1244600" y="1270001"/>
            <a:ext cx="21869400" cy="1333500"/>
          </a:xfrm>
          <a:prstGeom prst="rect">
            <a:avLst/>
          </a:prstGeom>
          <a:noFill/>
          <a:ln/>
        </p:spPr>
        <p:txBody>
          <a:bodyPr wrap="square" lIns="0" tIns="0" rIns="0" bIns="0" rtlCol="0" anchor="t"/>
          <a:lstStyle/>
          <a:p>
            <a:pPr>
              <a:lnSpc>
                <a:spcPts val="10500"/>
              </a:lnSpc>
            </a:pPr>
            <a:r>
              <a:rPr lang="en-US" sz="8000" dirty="0">
                <a:solidFill>
                  <a:srgbClr val="0D0D0D"/>
                </a:solidFill>
                <a:latin typeface="Inter Semi Bold" pitchFamily="34" charset="0"/>
                <a:ea typeface="Inter Semi Bold" pitchFamily="34" charset="-122"/>
                <a:cs typeface="Inter Semi Bold" pitchFamily="34" charset="-120"/>
              </a:rPr>
              <a:t>Criteria assessed</a:t>
            </a:r>
            <a:endParaRPr lang="en-US" sz="8000" dirty="0">
              <a:latin typeface="Inter" panose="02000503000000020004" pitchFamily="2" charset="0"/>
            </a:endParaRPr>
          </a:p>
        </p:txBody>
      </p:sp>
      <p:sp>
        <p:nvSpPr>
          <p:cNvPr id="7" name="Text 2">
            <a:extLst>
              <a:ext uri="{FF2B5EF4-FFF2-40B4-BE49-F238E27FC236}">
                <a16:creationId xmlns:a16="http://schemas.microsoft.com/office/drawing/2014/main" id="{D58E42FE-BE25-9ECF-71CD-E9F048E7F1D3}"/>
              </a:ext>
            </a:extLst>
          </p:cNvPr>
          <p:cNvSpPr/>
          <p:nvPr/>
        </p:nvSpPr>
        <p:spPr>
          <a:xfrm>
            <a:off x="15757360" y="7225630"/>
            <a:ext cx="7382040" cy="2032000"/>
          </a:xfrm>
          <a:prstGeom prst="rect">
            <a:avLst/>
          </a:prstGeom>
          <a:noFill/>
          <a:ln/>
        </p:spPr>
        <p:txBody>
          <a:bodyPr wrap="square" lIns="0" tIns="0" rIns="0" bIns="0" rtlCol="0" anchor="t"/>
          <a:lstStyle/>
          <a:p>
            <a:pPr>
              <a:lnSpc>
                <a:spcPts val="4000"/>
              </a:lnSpc>
            </a:pPr>
            <a:r>
              <a:rPr lang="en-US" sz="2400" dirty="0">
                <a:solidFill>
                  <a:srgbClr val="0D0D0D"/>
                </a:solidFill>
                <a:latin typeface="Inter Regular" pitchFamily="34" charset="0"/>
                <a:ea typeface="Inter Regular" pitchFamily="34" charset="-122"/>
                <a:cs typeface="Inter Regular" pitchFamily="34" charset="-120"/>
              </a:rPr>
              <a:t>Reliability reflects how many companies or map objects were not found</a:t>
            </a:r>
            <a:endParaRPr lang="en-US" sz="2400" dirty="0">
              <a:latin typeface="Inter" panose="02000503000000020004" pitchFamily="2" charset="0"/>
            </a:endParaRPr>
          </a:p>
        </p:txBody>
      </p:sp>
      <p:sp>
        <p:nvSpPr>
          <p:cNvPr id="8" name="Text 3">
            <a:extLst>
              <a:ext uri="{FF2B5EF4-FFF2-40B4-BE49-F238E27FC236}">
                <a16:creationId xmlns:a16="http://schemas.microsoft.com/office/drawing/2014/main" id="{28F8183D-D8E1-33DB-8C13-6CEB15A0EF9F}"/>
              </a:ext>
            </a:extLst>
          </p:cNvPr>
          <p:cNvSpPr/>
          <p:nvPr/>
        </p:nvSpPr>
        <p:spPr>
          <a:xfrm>
            <a:off x="15757360" y="6019131"/>
            <a:ext cx="7382040" cy="698500"/>
          </a:xfrm>
          <a:prstGeom prst="rect">
            <a:avLst/>
          </a:prstGeom>
          <a:noFill/>
          <a:ln/>
        </p:spPr>
        <p:txBody>
          <a:bodyPr wrap="square" lIns="0" tIns="0" rIns="0" bIns="0" rtlCol="0" anchor="t"/>
          <a:lstStyle/>
          <a:p>
            <a:pPr>
              <a:lnSpc>
                <a:spcPts val="5500"/>
              </a:lnSpc>
            </a:pPr>
            <a:r>
              <a:rPr lang="en-US" sz="3600" dirty="0">
                <a:solidFill>
                  <a:srgbClr val="0D0D0D"/>
                </a:solidFill>
                <a:latin typeface="Inter Semi Bold" pitchFamily="34" charset="0"/>
                <a:ea typeface="Inter Semi Bold" pitchFamily="34" charset="-122"/>
                <a:cs typeface="Inter Semi Bold" pitchFamily="34" charset="-120"/>
              </a:rPr>
              <a:t>Reliability</a:t>
            </a:r>
            <a:endParaRPr lang="en-US" sz="3600" dirty="0">
              <a:latin typeface="Inter" panose="02000503000000020004" pitchFamily="2" charset="0"/>
            </a:endParaRPr>
          </a:p>
        </p:txBody>
      </p:sp>
    </p:spTree>
    <p:extLst>
      <p:ext uri="{BB962C8B-B14F-4D97-AF65-F5344CB8AC3E}">
        <p14:creationId xmlns:p14="http://schemas.microsoft.com/office/powerpoint/2010/main" val="2162475610"/>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8" name="Rectangle 47">
            <a:extLst>
              <a:ext uri="{FF2B5EF4-FFF2-40B4-BE49-F238E27FC236}">
                <a16:creationId xmlns:a16="http://schemas.microsoft.com/office/drawing/2014/main" id="{7DA3C418-758E-4180-A5D0-8655D68045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4384000" cy="13716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28C8EF06-5EC3-4883-AFAF-D74FF46550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 y="0"/>
            <a:ext cx="10271942" cy="13743296"/>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A9A5192A-B75C-555C-0881-3A1504CACD0C}"/>
              </a:ext>
            </a:extLst>
          </p:cNvPr>
          <p:cNvPicPr>
            <a:picLocks noChangeAspect="1"/>
          </p:cNvPicPr>
          <p:nvPr/>
        </p:nvPicPr>
        <p:blipFill rotWithShape="1">
          <a:blip r:embed="rId2"/>
          <a:srcRect t="767" r="1" b="1"/>
          <a:stretch/>
        </p:blipFill>
        <p:spPr>
          <a:xfrm>
            <a:off x="5830910" y="10"/>
            <a:ext cx="18553090" cy="13715990"/>
          </a:xfrm>
          <a:custGeom>
            <a:avLst/>
            <a:gdLst/>
            <a:ahLst/>
            <a:cxnLst/>
            <a:rect l="l" t="t" r="r" b="b"/>
            <a:pathLst>
              <a:path w="9276545" h="6871647">
                <a:moveTo>
                  <a:pt x="9276545" y="0"/>
                </a:moveTo>
                <a:lnTo>
                  <a:pt x="9276545" y="6858000"/>
                </a:lnTo>
                <a:lnTo>
                  <a:pt x="1546051" y="6871647"/>
                </a:lnTo>
                <a:lnTo>
                  <a:pt x="1535751" y="6828910"/>
                </a:lnTo>
                <a:cubicBezTo>
                  <a:pt x="1530460" y="6775140"/>
                  <a:pt x="1515370" y="6618042"/>
                  <a:pt x="1514301" y="6549029"/>
                </a:cubicBezTo>
                <a:cubicBezTo>
                  <a:pt x="1518045" y="6491396"/>
                  <a:pt x="1528503" y="6450608"/>
                  <a:pt x="1529339" y="6414828"/>
                </a:cubicBezTo>
                <a:cubicBezTo>
                  <a:pt x="1525062" y="6359280"/>
                  <a:pt x="1502062" y="6307149"/>
                  <a:pt x="1493941" y="6268848"/>
                </a:cubicBezTo>
                <a:cubicBezTo>
                  <a:pt x="1502669" y="6254191"/>
                  <a:pt x="1469920" y="6200171"/>
                  <a:pt x="1480613" y="6185025"/>
                </a:cubicBezTo>
                <a:cubicBezTo>
                  <a:pt x="1481020" y="6164522"/>
                  <a:pt x="1458164" y="6060790"/>
                  <a:pt x="1443364" y="6018360"/>
                </a:cubicBezTo>
                <a:cubicBezTo>
                  <a:pt x="1426694" y="5970758"/>
                  <a:pt x="1390307" y="5920074"/>
                  <a:pt x="1380584" y="5899407"/>
                </a:cubicBezTo>
                <a:cubicBezTo>
                  <a:pt x="1370860" y="5878740"/>
                  <a:pt x="1392244" y="5920877"/>
                  <a:pt x="1385023" y="5894356"/>
                </a:cubicBezTo>
                <a:cubicBezTo>
                  <a:pt x="1377800" y="5867835"/>
                  <a:pt x="1345702" y="5770498"/>
                  <a:pt x="1337254" y="5740279"/>
                </a:cubicBezTo>
                <a:cubicBezTo>
                  <a:pt x="1353956" y="5738860"/>
                  <a:pt x="1323673" y="5722040"/>
                  <a:pt x="1334321" y="5713042"/>
                </a:cubicBezTo>
                <a:cubicBezTo>
                  <a:pt x="1343675" y="5706701"/>
                  <a:pt x="1336672" y="5700118"/>
                  <a:pt x="1335877" y="5692870"/>
                </a:cubicBezTo>
                <a:cubicBezTo>
                  <a:pt x="1343201" y="5683812"/>
                  <a:pt x="1329617" y="5652064"/>
                  <a:pt x="1319978" y="5643427"/>
                </a:cubicBezTo>
                <a:cubicBezTo>
                  <a:pt x="1286551" y="5622177"/>
                  <a:pt x="1310947" y="5579803"/>
                  <a:pt x="1285321" y="5562271"/>
                </a:cubicBezTo>
                <a:cubicBezTo>
                  <a:pt x="1281540" y="5556238"/>
                  <a:pt x="1279983" y="5550455"/>
                  <a:pt x="1279815" y="5544867"/>
                </a:cubicBezTo>
                <a:lnTo>
                  <a:pt x="1282507" y="5529404"/>
                </a:lnTo>
                <a:lnTo>
                  <a:pt x="1289604" y="5525378"/>
                </a:lnTo>
                <a:lnTo>
                  <a:pt x="1287766" y="5515726"/>
                </a:lnTo>
                <a:lnTo>
                  <a:pt x="1288829" y="5513051"/>
                </a:lnTo>
                <a:cubicBezTo>
                  <a:pt x="1290896" y="5507946"/>
                  <a:pt x="1292688" y="5502897"/>
                  <a:pt x="1293373" y="5497833"/>
                </a:cubicBezTo>
                <a:cubicBezTo>
                  <a:pt x="1288690" y="5483829"/>
                  <a:pt x="1272696" y="5459278"/>
                  <a:pt x="1260736" y="5429027"/>
                </a:cubicBezTo>
                <a:cubicBezTo>
                  <a:pt x="1238579" y="5396416"/>
                  <a:pt x="1238884" y="5351600"/>
                  <a:pt x="1221610" y="5316328"/>
                </a:cubicBezTo>
                <a:lnTo>
                  <a:pt x="1216099" y="5309330"/>
                </a:lnTo>
                <a:lnTo>
                  <a:pt x="1217278" y="5279477"/>
                </a:lnTo>
                <a:cubicBezTo>
                  <a:pt x="1221588" y="5274318"/>
                  <a:pt x="1222716" y="5266940"/>
                  <a:pt x="1218469" y="5260597"/>
                </a:cubicBezTo>
                <a:lnTo>
                  <a:pt x="1206220" y="5152555"/>
                </a:lnTo>
                <a:cubicBezTo>
                  <a:pt x="1205294" y="5116878"/>
                  <a:pt x="1196908" y="5101727"/>
                  <a:pt x="1212921" y="5046536"/>
                </a:cubicBezTo>
                <a:cubicBezTo>
                  <a:pt x="1234138" y="4987918"/>
                  <a:pt x="1204801" y="4903116"/>
                  <a:pt x="1212183" y="4837345"/>
                </a:cubicBezTo>
                <a:cubicBezTo>
                  <a:pt x="1183151" y="4802424"/>
                  <a:pt x="1209228" y="4821062"/>
                  <a:pt x="1202048" y="4784195"/>
                </a:cubicBezTo>
                <a:cubicBezTo>
                  <a:pt x="1202483" y="4760878"/>
                  <a:pt x="1202919" y="4737561"/>
                  <a:pt x="1203354" y="4714245"/>
                </a:cubicBezTo>
                <a:lnTo>
                  <a:pt x="1201502" y="4700836"/>
                </a:lnTo>
                <a:lnTo>
                  <a:pt x="1194919" y="4697224"/>
                </a:lnTo>
                <a:lnTo>
                  <a:pt x="1187792" y="4677162"/>
                </a:lnTo>
                <a:cubicBezTo>
                  <a:pt x="1186060" y="4669625"/>
                  <a:pt x="1185291" y="4661478"/>
                  <a:pt x="1186080" y="4652429"/>
                </a:cubicBezTo>
                <a:cubicBezTo>
                  <a:pt x="1199189" y="4622456"/>
                  <a:pt x="1167081" y="4571771"/>
                  <a:pt x="1184722" y="4534840"/>
                </a:cubicBezTo>
                <a:cubicBezTo>
                  <a:pt x="1182407" y="4499077"/>
                  <a:pt x="1175424" y="4460227"/>
                  <a:pt x="1172188" y="4437851"/>
                </a:cubicBezTo>
                <a:cubicBezTo>
                  <a:pt x="1161331" y="4428466"/>
                  <a:pt x="1178123" y="4398274"/>
                  <a:pt x="1165306" y="4400581"/>
                </a:cubicBezTo>
                <a:cubicBezTo>
                  <a:pt x="1171061" y="4389819"/>
                  <a:pt x="1173552" y="4346771"/>
                  <a:pt x="1168602" y="4335651"/>
                </a:cubicBezTo>
                <a:lnTo>
                  <a:pt x="1178384" y="4280215"/>
                </a:lnTo>
                <a:lnTo>
                  <a:pt x="1177294" y="4274660"/>
                </a:lnTo>
                <a:cubicBezTo>
                  <a:pt x="1177138" y="4268882"/>
                  <a:pt x="1177520" y="4251103"/>
                  <a:pt x="1177448" y="4245552"/>
                </a:cubicBezTo>
                <a:cubicBezTo>
                  <a:pt x="1177252" y="4244155"/>
                  <a:pt x="1177058" y="4242757"/>
                  <a:pt x="1176863" y="4241361"/>
                </a:cubicBezTo>
                <a:lnTo>
                  <a:pt x="1162386" y="4207167"/>
                </a:lnTo>
                <a:cubicBezTo>
                  <a:pt x="1162950" y="4202536"/>
                  <a:pt x="1174655" y="4199565"/>
                  <a:pt x="1174343" y="4192380"/>
                </a:cubicBezTo>
                <a:lnTo>
                  <a:pt x="1160516" y="4164062"/>
                </a:lnTo>
                <a:lnTo>
                  <a:pt x="1161365" y="4158623"/>
                </a:lnTo>
                <a:lnTo>
                  <a:pt x="1144878" y="4076261"/>
                </a:lnTo>
                <a:lnTo>
                  <a:pt x="1123687" y="4005692"/>
                </a:lnTo>
                <a:lnTo>
                  <a:pt x="1096720" y="3754257"/>
                </a:lnTo>
                <a:cubicBezTo>
                  <a:pt x="1083618" y="3639924"/>
                  <a:pt x="1064313" y="3636659"/>
                  <a:pt x="1047682" y="3517638"/>
                </a:cubicBezTo>
                <a:cubicBezTo>
                  <a:pt x="1048550" y="3477187"/>
                  <a:pt x="1049418" y="3436735"/>
                  <a:pt x="1050285" y="3396284"/>
                </a:cubicBezTo>
                <a:lnTo>
                  <a:pt x="1030166" y="3320814"/>
                </a:lnTo>
                <a:lnTo>
                  <a:pt x="1034128" y="3260443"/>
                </a:lnTo>
                <a:lnTo>
                  <a:pt x="1007751" y="3198916"/>
                </a:lnTo>
                <a:cubicBezTo>
                  <a:pt x="1003323" y="3193074"/>
                  <a:pt x="1001150" y="3187393"/>
                  <a:pt x="1000384" y="3181839"/>
                </a:cubicBezTo>
                <a:cubicBezTo>
                  <a:pt x="1000734" y="3176675"/>
                  <a:pt x="1001085" y="3171511"/>
                  <a:pt x="1001435" y="3166346"/>
                </a:cubicBezTo>
                <a:lnTo>
                  <a:pt x="968918" y="3112638"/>
                </a:lnTo>
                <a:cubicBezTo>
                  <a:pt x="957125" y="3092489"/>
                  <a:pt x="955617" y="3065232"/>
                  <a:pt x="934483" y="3031628"/>
                </a:cubicBezTo>
                <a:cubicBezTo>
                  <a:pt x="914631" y="2997037"/>
                  <a:pt x="908933" y="3005661"/>
                  <a:pt x="879229" y="2948196"/>
                </a:cubicBezTo>
                <a:cubicBezTo>
                  <a:pt x="850845" y="2897154"/>
                  <a:pt x="820829" y="2806798"/>
                  <a:pt x="798666" y="2761198"/>
                </a:cubicBezTo>
                <a:cubicBezTo>
                  <a:pt x="773970" y="2714562"/>
                  <a:pt x="758278" y="2715446"/>
                  <a:pt x="746962" y="2694939"/>
                </a:cubicBezTo>
                <a:lnTo>
                  <a:pt x="712796" y="2614779"/>
                </a:lnTo>
                <a:lnTo>
                  <a:pt x="697701" y="2600020"/>
                </a:lnTo>
                <a:cubicBezTo>
                  <a:pt x="697743" y="2598787"/>
                  <a:pt x="697784" y="2597555"/>
                  <a:pt x="697823" y="2596321"/>
                </a:cubicBezTo>
                <a:lnTo>
                  <a:pt x="679645" y="2572602"/>
                </a:lnTo>
                <a:lnTo>
                  <a:pt x="680789" y="2571831"/>
                </a:lnTo>
                <a:cubicBezTo>
                  <a:pt x="682946" y="2569560"/>
                  <a:pt x="683757" y="2566863"/>
                  <a:pt x="681771" y="2563200"/>
                </a:cubicBezTo>
                <a:cubicBezTo>
                  <a:pt x="705290" y="2562299"/>
                  <a:pt x="688388" y="2558438"/>
                  <a:pt x="680456" y="2547723"/>
                </a:cubicBezTo>
                <a:cubicBezTo>
                  <a:pt x="679482" y="2534148"/>
                  <a:pt x="677183" y="2493617"/>
                  <a:pt x="675922" y="2481749"/>
                </a:cubicBezTo>
                <a:lnTo>
                  <a:pt x="672894" y="2476509"/>
                </a:lnTo>
                <a:lnTo>
                  <a:pt x="673143" y="2476297"/>
                </a:lnTo>
                <a:cubicBezTo>
                  <a:pt x="673152" y="2474932"/>
                  <a:pt x="672405" y="2473126"/>
                  <a:pt x="670567" y="2470561"/>
                </a:cubicBezTo>
                <a:lnTo>
                  <a:pt x="667369" y="2466951"/>
                </a:lnTo>
                <a:lnTo>
                  <a:pt x="661495" y="2456785"/>
                </a:lnTo>
                <a:cubicBezTo>
                  <a:pt x="661510" y="2455387"/>
                  <a:pt x="661525" y="2453987"/>
                  <a:pt x="661540" y="2452588"/>
                </a:cubicBezTo>
                <a:lnTo>
                  <a:pt x="664540" y="2449913"/>
                </a:lnTo>
                <a:lnTo>
                  <a:pt x="663581" y="2449129"/>
                </a:lnTo>
                <a:cubicBezTo>
                  <a:pt x="653014" y="2444453"/>
                  <a:pt x="642406" y="2445872"/>
                  <a:pt x="663129" y="2426579"/>
                </a:cubicBezTo>
                <a:cubicBezTo>
                  <a:pt x="643271" y="2414167"/>
                  <a:pt x="657229" y="2404769"/>
                  <a:pt x="650205" y="2379928"/>
                </a:cubicBezTo>
                <a:cubicBezTo>
                  <a:pt x="634911" y="2374359"/>
                  <a:pt x="634260" y="2365346"/>
                  <a:pt x="638008" y="2354824"/>
                </a:cubicBezTo>
                <a:cubicBezTo>
                  <a:pt x="621083" y="2334576"/>
                  <a:pt x="620949" y="2310146"/>
                  <a:pt x="609851" y="2284299"/>
                </a:cubicBezTo>
                <a:lnTo>
                  <a:pt x="585585" y="2155739"/>
                </a:lnTo>
                <a:lnTo>
                  <a:pt x="581391" y="2152892"/>
                </a:lnTo>
                <a:cubicBezTo>
                  <a:pt x="578821" y="2150768"/>
                  <a:pt x="577525" y="2149149"/>
                  <a:pt x="577083" y="2147807"/>
                </a:cubicBezTo>
                <a:lnTo>
                  <a:pt x="577251" y="2147544"/>
                </a:lnTo>
                <a:lnTo>
                  <a:pt x="546845" y="2085601"/>
                </a:lnTo>
                <a:cubicBezTo>
                  <a:pt x="538270" y="2073917"/>
                  <a:pt x="486356" y="1955894"/>
                  <a:pt x="470837" y="1931362"/>
                </a:cubicBezTo>
                <a:lnTo>
                  <a:pt x="428154" y="1657167"/>
                </a:lnTo>
                <a:lnTo>
                  <a:pt x="392797" y="1510175"/>
                </a:lnTo>
                <a:cubicBezTo>
                  <a:pt x="380165" y="1504446"/>
                  <a:pt x="369910" y="1451095"/>
                  <a:pt x="372847" y="1440507"/>
                </a:cubicBezTo>
                <a:cubicBezTo>
                  <a:pt x="369015" y="1433783"/>
                  <a:pt x="338503" y="1376212"/>
                  <a:pt x="344479" y="1367690"/>
                </a:cubicBezTo>
                <a:cubicBezTo>
                  <a:pt x="332264" y="1342150"/>
                  <a:pt x="321736" y="1310521"/>
                  <a:pt x="299558" y="1287266"/>
                </a:cubicBezTo>
                <a:cubicBezTo>
                  <a:pt x="277380" y="1264010"/>
                  <a:pt x="259203" y="1269909"/>
                  <a:pt x="243216" y="1249403"/>
                </a:cubicBezTo>
                <a:cubicBezTo>
                  <a:pt x="227230" y="1228898"/>
                  <a:pt x="218454" y="1166841"/>
                  <a:pt x="203639" y="1164232"/>
                </a:cubicBezTo>
                <a:cubicBezTo>
                  <a:pt x="192352" y="1144923"/>
                  <a:pt x="198158" y="1133798"/>
                  <a:pt x="169195" y="1087898"/>
                </a:cubicBezTo>
                <a:cubicBezTo>
                  <a:pt x="139228" y="1002950"/>
                  <a:pt x="140891" y="969630"/>
                  <a:pt x="98775" y="910071"/>
                </a:cubicBezTo>
                <a:cubicBezTo>
                  <a:pt x="45025" y="831068"/>
                  <a:pt x="34038" y="817468"/>
                  <a:pt x="43820" y="712632"/>
                </a:cubicBezTo>
                <a:cubicBezTo>
                  <a:pt x="34816" y="659496"/>
                  <a:pt x="43273" y="613587"/>
                  <a:pt x="44748" y="591246"/>
                </a:cubicBezTo>
                <a:lnTo>
                  <a:pt x="36767" y="546725"/>
                </a:lnTo>
                <a:cubicBezTo>
                  <a:pt x="36093" y="528360"/>
                  <a:pt x="35418" y="509996"/>
                  <a:pt x="34744" y="491632"/>
                </a:cubicBezTo>
                <a:cubicBezTo>
                  <a:pt x="34670" y="458441"/>
                  <a:pt x="29296" y="473054"/>
                  <a:pt x="29222" y="439863"/>
                </a:cubicBezTo>
                <a:cubicBezTo>
                  <a:pt x="29152" y="439762"/>
                  <a:pt x="2578" y="397168"/>
                  <a:pt x="2507" y="397065"/>
                </a:cubicBezTo>
                <a:cubicBezTo>
                  <a:pt x="-7796" y="385479"/>
                  <a:pt x="17492" y="336832"/>
                  <a:pt x="9810" y="317232"/>
                </a:cubicBezTo>
                <a:lnTo>
                  <a:pt x="25323" y="268841"/>
                </a:lnTo>
                <a:cubicBezTo>
                  <a:pt x="20582" y="241406"/>
                  <a:pt x="55391" y="238509"/>
                  <a:pt x="50278" y="195107"/>
                </a:cubicBezTo>
                <a:cubicBezTo>
                  <a:pt x="49891" y="157638"/>
                  <a:pt x="41873" y="124837"/>
                  <a:pt x="47653" y="93413"/>
                </a:cubicBezTo>
                <a:cubicBezTo>
                  <a:pt x="41389" y="80245"/>
                  <a:pt x="38874" y="67990"/>
                  <a:pt x="48323" y="56668"/>
                </a:cubicBezTo>
                <a:cubicBezTo>
                  <a:pt x="46028" y="30349"/>
                  <a:pt x="37896" y="18658"/>
                  <a:pt x="38423" y="5323"/>
                </a:cubicBezTo>
                <a:lnTo>
                  <a:pt x="39875" y="1"/>
                </a:lnTo>
                <a:close/>
              </a:path>
            </a:pathLst>
          </a:custGeom>
        </p:spPr>
      </p:pic>
      <p:sp>
        <p:nvSpPr>
          <p:cNvPr id="14" name="Text 15">
            <a:extLst>
              <a:ext uri="{FF2B5EF4-FFF2-40B4-BE49-F238E27FC236}">
                <a16:creationId xmlns:a16="http://schemas.microsoft.com/office/drawing/2014/main" id="{CADF01CC-2569-D823-7F26-D4109C6320AA}"/>
              </a:ext>
            </a:extLst>
          </p:cNvPr>
          <p:cNvSpPr/>
          <p:nvPr/>
        </p:nvSpPr>
        <p:spPr>
          <a:xfrm>
            <a:off x="1323832" y="5704762"/>
            <a:ext cx="6323880" cy="5280494"/>
          </a:xfrm>
          <a:prstGeom prst="rect">
            <a:avLst/>
          </a:prstGeom>
        </p:spPr>
        <p:txBody>
          <a:bodyPr vert="horz" lIns="91440" tIns="45720" rIns="91440" bIns="45720" rtlCol="0" anchor="b">
            <a:normAutofit/>
          </a:bodyPr>
          <a:lstStyle/>
          <a:p>
            <a:pPr defTabSz="914400" hangingPunct="1">
              <a:lnSpc>
                <a:spcPct val="90000"/>
              </a:lnSpc>
              <a:spcBef>
                <a:spcPct val="0"/>
              </a:spcBef>
              <a:spcAft>
                <a:spcPts val="600"/>
              </a:spcAft>
            </a:pPr>
            <a:r>
              <a:rPr lang="en-US" sz="7200" kern="1200" dirty="0">
                <a:solidFill>
                  <a:schemeClr val="tx1">
                    <a:lumMod val="85000"/>
                    <a:lumOff val="15000"/>
                  </a:schemeClr>
                </a:solidFill>
                <a:latin typeface="+mj-lt"/>
                <a:ea typeface="+mj-ea"/>
                <a:cs typeface="+mj-cs"/>
              </a:rPr>
              <a:t>Audited Areas</a:t>
            </a:r>
          </a:p>
        </p:txBody>
      </p:sp>
      <p:sp>
        <p:nvSpPr>
          <p:cNvPr id="15" name="Arc 14">
            <a:extLst>
              <a:ext uri="{FF2B5EF4-FFF2-40B4-BE49-F238E27FC236}">
                <a16:creationId xmlns:a16="http://schemas.microsoft.com/office/drawing/2014/main" id="{0BE4388F-302A-6A62-9085-AC9957F55A5C}"/>
              </a:ext>
            </a:extLst>
          </p:cNvPr>
          <p:cNvSpPr/>
          <p:nvPr/>
        </p:nvSpPr>
        <p:spPr>
          <a:xfrm>
            <a:off x="7158789" y="3416968"/>
            <a:ext cx="3493658" cy="1696453"/>
          </a:xfrm>
          <a:prstGeom prst="arc">
            <a:avLst>
              <a:gd name="adj1" fmla="val 16842081"/>
              <a:gd name="adj2" fmla="val 0"/>
            </a:avLst>
          </a:prstGeom>
          <a:ln>
            <a:headEnd type="none" w="med" len="med"/>
            <a:tailEnd type="oval" w="med" len="med"/>
          </a:ln>
        </p:spPr>
        <p:style>
          <a:lnRef idx="2">
            <a:schemeClr val="dk1"/>
          </a:lnRef>
          <a:fillRef idx="0">
            <a:schemeClr val="dk1"/>
          </a:fillRef>
          <a:effectRef idx="1">
            <a:schemeClr val="dk1"/>
          </a:effectRef>
          <a:fontRef idx="minor">
            <a:schemeClr val="tx1"/>
          </a:fontRef>
        </p:style>
        <p:txBody>
          <a:bodyPr rot="0" spcFirstLastPara="1" vertOverflow="overflow" horzOverflow="overflow" vert="horz" wrap="square" lIns="91439" tIns="45719" rIns="91439" bIns="45719" numCol="1" spcCol="38100" rtlCol="0" anchor="t">
            <a:noAutofit/>
          </a:bodyPr>
          <a:lstStyle/>
          <a:p>
            <a:pPr marL="0" marR="0" indent="0" algn="l" defTabSz="914400" fontAlgn="auto" latinLnBrk="1" hangingPunct="0">
              <a:lnSpc>
                <a:spcPct val="100000"/>
              </a:lnSpc>
              <a:spcBef>
                <a:spcPts val="0"/>
              </a:spcBef>
              <a:spcAft>
                <a:spcPts val="0"/>
              </a:spcAft>
              <a:buClrTx/>
              <a:buSzTx/>
              <a:buFontTx/>
              <a:buNone/>
              <a:tabLst/>
            </a:pPr>
            <a:endParaRPr kumimoji="0" lang="en-AE" sz="1800" b="0" i="0" u="none" strike="noStrike" cap="none" spc="0" normalizeH="0" baseline="0" dirty="0">
              <a:ln>
                <a:noFill/>
              </a:ln>
              <a:solidFill>
                <a:srgbClr val="000000"/>
              </a:solidFill>
              <a:effectLst/>
              <a:uFillTx/>
            </a:endParaRPr>
          </a:p>
        </p:txBody>
      </p:sp>
      <p:sp>
        <p:nvSpPr>
          <p:cNvPr id="17" name="TextBox 16">
            <a:extLst>
              <a:ext uri="{FF2B5EF4-FFF2-40B4-BE49-F238E27FC236}">
                <a16:creationId xmlns:a16="http://schemas.microsoft.com/office/drawing/2014/main" id="{BBB84AC2-BBA5-3A55-712A-27A52A7857AC}"/>
              </a:ext>
            </a:extLst>
          </p:cNvPr>
          <p:cNvSpPr txBox="1"/>
          <p:nvPr/>
        </p:nvSpPr>
        <p:spPr>
          <a:xfrm>
            <a:off x="7228365" y="2876711"/>
            <a:ext cx="1981200" cy="102592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fontAlgn="auto" latinLnBrk="0" hangingPunct="0">
              <a:lnSpc>
                <a:spcPct val="100000"/>
              </a:lnSpc>
              <a:spcBef>
                <a:spcPts val="0"/>
              </a:spcBef>
              <a:spcAft>
                <a:spcPts val="0"/>
              </a:spcAft>
              <a:buClrTx/>
              <a:buSzTx/>
              <a:buFontTx/>
              <a:buNone/>
              <a:tabLst/>
            </a:pPr>
            <a:r>
              <a:rPr kumimoji="0" lang="en-US" sz="3000" b="1" i="0" u="none" strike="noStrike" cap="none" spc="0" normalizeH="0" baseline="0" dirty="0">
                <a:ln>
                  <a:noFill/>
                </a:ln>
                <a:solidFill>
                  <a:schemeClr val="tx1"/>
                </a:solidFill>
                <a:effectLst/>
                <a:uFillTx/>
                <a:latin typeface="+mn-lt"/>
                <a:ea typeface="+mn-ea"/>
                <a:cs typeface="+mn-cs"/>
                <a:sym typeface="Poppins Light"/>
              </a:rPr>
              <a:t>Al </a:t>
            </a:r>
            <a:r>
              <a:rPr kumimoji="0" lang="en-US" sz="3000" b="1" i="0" u="none" strike="noStrike" cap="none" spc="0" normalizeH="0" baseline="0" dirty="0" err="1">
                <a:ln>
                  <a:noFill/>
                </a:ln>
                <a:solidFill>
                  <a:schemeClr val="tx1"/>
                </a:solidFill>
                <a:effectLst/>
                <a:uFillTx/>
                <a:latin typeface="+mn-lt"/>
                <a:ea typeface="+mn-ea"/>
                <a:cs typeface="+mn-cs"/>
                <a:sym typeface="Poppins Light"/>
              </a:rPr>
              <a:t>Sahafa</a:t>
            </a:r>
            <a:r>
              <a:rPr kumimoji="0" lang="en-US" sz="3000" b="1" i="0" u="none" strike="noStrike" cap="none" spc="0" normalizeH="0" baseline="0" dirty="0">
                <a:ln>
                  <a:noFill/>
                </a:ln>
                <a:solidFill>
                  <a:schemeClr val="tx1"/>
                </a:solidFill>
                <a:effectLst/>
                <a:uFillTx/>
                <a:latin typeface="+mn-lt"/>
                <a:ea typeface="+mn-ea"/>
                <a:cs typeface="+mn-cs"/>
                <a:sym typeface="Poppins Light"/>
              </a:rPr>
              <a:t> District</a:t>
            </a:r>
            <a:endParaRPr kumimoji="0" lang="en-AE" sz="3000" b="1" i="0" u="none" strike="noStrike" cap="none" spc="0" normalizeH="0" baseline="0" dirty="0">
              <a:ln>
                <a:noFill/>
              </a:ln>
              <a:solidFill>
                <a:schemeClr val="tx1"/>
              </a:solidFill>
              <a:effectLst/>
              <a:uFillTx/>
              <a:latin typeface="+mn-lt"/>
              <a:ea typeface="+mn-ea"/>
              <a:cs typeface="+mn-cs"/>
              <a:sym typeface="Poppins Light"/>
            </a:endParaRPr>
          </a:p>
        </p:txBody>
      </p:sp>
      <p:sp>
        <p:nvSpPr>
          <p:cNvPr id="19" name="Arc 18">
            <a:extLst>
              <a:ext uri="{FF2B5EF4-FFF2-40B4-BE49-F238E27FC236}">
                <a16:creationId xmlns:a16="http://schemas.microsoft.com/office/drawing/2014/main" id="{522EF517-FFEC-D8E0-F7AD-E2C928BD5D02}"/>
              </a:ext>
            </a:extLst>
          </p:cNvPr>
          <p:cNvSpPr/>
          <p:nvPr/>
        </p:nvSpPr>
        <p:spPr>
          <a:xfrm flipH="1">
            <a:off x="17318181" y="7989039"/>
            <a:ext cx="2424545" cy="2845216"/>
          </a:xfrm>
          <a:prstGeom prst="arc">
            <a:avLst>
              <a:gd name="adj1" fmla="val 16842081"/>
              <a:gd name="adj2" fmla="val 0"/>
            </a:avLst>
          </a:prstGeom>
          <a:ln>
            <a:headEnd type="none" w="med" len="med"/>
            <a:tailEnd type="oval" w="med" len="med"/>
          </a:ln>
        </p:spPr>
        <p:style>
          <a:lnRef idx="2">
            <a:schemeClr val="dk1"/>
          </a:lnRef>
          <a:fillRef idx="0">
            <a:schemeClr val="dk1"/>
          </a:fillRef>
          <a:effectRef idx="1">
            <a:schemeClr val="dk1"/>
          </a:effectRef>
          <a:fontRef idx="minor">
            <a:schemeClr val="tx1"/>
          </a:fontRef>
        </p:style>
        <p:txBody>
          <a:bodyPr rot="0" spcFirstLastPara="1" vertOverflow="overflow" horzOverflow="overflow" vert="horz" wrap="square" lIns="91439" tIns="45719" rIns="91439" bIns="45719" numCol="1" spcCol="38100" rtlCol="0" anchor="t">
            <a:noAutofit/>
          </a:bodyPr>
          <a:lstStyle/>
          <a:p>
            <a:pPr marL="0" marR="0" indent="0" algn="l" defTabSz="914400" fontAlgn="auto" latinLnBrk="1" hangingPunct="0">
              <a:lnSpc>
                <a:spcPct val="100000"/>
              </a:lnSpc>
              <a:spcBef>
                <a:spcPts val="0"/>
              </a:spcBef>
              <a:spcAft>
                <a:spcPts val="0"/>
              </a:spcAft>
              <a:buClrTx/>
              <a:buSzTx/>
              <a:buFontTx/>
              <a:buNone/>
              <a:tabLst/>
            </a:pPr>
            <a:endParaRPr kumimoji="0" lang="en-AE" sz="1800" b="0" i="0" u="none" strike="noStrike" cap="none" spc="0" normalizeH="0" baseline="0" dirty="0">
              <a:ln>
                <a:noFill/>
              </a:ln>
              <a:solidFill>
                <a:srgbClr val="000000"/>
              </a:solidFill>
              <a:effectLst/>
              <a:uFillTx/>
            </a:endParaRPr>
          </a:p>
        </p:txBody>
      </p:sp>
      <p:sp>
        <p:nvSpPr>
          <p:cNvPr id="21" name="TextBox 20">
            <a:extLst>
              <a:ext uri="{FF2B5EF4-FFF2-40B4-BE49-F238E27FC236}">
                <a16:creationId xmlns:a16="http://schemas.microsoft.com/office/drawing/2014/main" id="{8AC1CDAD-4C47-80D7-FA56-E73DE10097C8}"/>
              </a:ext>
            </a:extLst>
          </p:cNvPr>
          <p:cNvSpPr txBox="1"/>
          <p:nvPr/>
        </p:nvSpPr>
        <p:spPr>
          <a:xfrm>
            <a:off x="18228873" y="7448782"/>
            <a:ext cx="2424544" cy="102592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fontAlgn="auto" latinLnBrk="0" hangingPunct="0">
              <a:lnSpc>
                <a:spcPct val="100000"/>
              </a:lnSpc>
              <a:spcBef>
                <a:spcPts val="0"/>
              </a:spcBef>
              <a:spcAft>
                <a:spcPts val="0"/>
              </a:spcAft>
              <a:buClrTx/>
              <a:buSzTx/>
              <a:buFontTx/>
              <a:buNone/>
              <a:tabLst/>
            </a:pPr>
            <a:r>
              <a:rPr kumimoji="0" lang="en-US" sz="3000" b="1" i="0" u="none" strike="noStrike" cap="none" spc="0" normalizeH="0" baseline="0" dirty="0">
                <a:ln>
                  <a:noFill/>
                </a:ln>
                <a:solidFill>
                  <a:schemeClr val="tx1"/>
                </a:solidFill>
                <a:effectLst/>
                <a:uFillTx/>
                <a:latin typeface="+mn-lt"/>
                <a:ea typeface="+mn-ea"/>
                <a:cs typeface="+mn-cs"/>
                <a:sym typeface="Poppins Light"/>
              </a:rPr>
              <a:t>King Abdullah District</a:t>
            </a:r>
            <a:endParaRPr kumimoji="0" lang="en-AE" sz="3000" b="1" i="0" u="none" strike="noStrike" cap="none" spc="0" normalizeH="0" baseline="0" dirty="0">
              <a:ln>
                <a:noFill/>
              </a:ln>
              <a:solidFill>
                <a:schemeClr val="tx1"/>
              </a:solidFill>
              <a:effectLst/>
              <a:uFillTx/>
              <a:latin typeface="+mn-lt"/>
              <a:ea typeface="+mn-ea"/>
              <a:cs typeface="+mn-cs"/>
              <a:sym typeface="Poppins Light"/>
            </a:endParaRPr>
          </a:p>
        </p:txBody>
      </p:sp>
      <p:sp>
        <p:nvSpPr>
          <p:cNvPr id="23" name="Arc 22">
            <a:extLst>
              <a:ext uri="{FF2B5EF4-FFF2-40B4-BE49-F238E27FC236}">
                <a16:creationId xmlns:a16="http://schemas.microsoft.com/office/drawing/2014/main" id="{E26D2EFC-0FAE-6004-645E-B3075C03957B}"/>
              </a:ext>
            </a:extLst>
          </p:cNvPr>
          <p:cNvSpPr/>
          <p:nvPr/>
        </p:nvSpPr>
        <p:spPr>
          <a:xfrm flipH="1">
            <a:off x="11430000" y="2128566"/>
            <a:ext cx="3291948" cy="1972379"/>
          </a:xfrm>
          <a:prstGeom prst="arc">
            <a:avLst>
              <a:gd name="adj1" fmla="val 16842081"/>
              <a:gd name="adj2" fmla="val 0"/>
            </a:avLst>
          </a:prstGeom>
          <a:ln>
            <a:headEnd type="none" w="med" len="med"/>
            <a:tailEnd type="oval" w="med" len="med"/>
          </a:ln>
        </p:spPr>
        <p:style>
          <a:lnRef idx="2">
            <a:schemeClr val="dk1"/>
          </a:lnRef>
          <a:fillRef idx="0">
            <a:schemeClr val="dk1"/>
          </a:fillRef>
          <a:effectRef idx="1">
            <a:schemeClr val="dk1"/>
          </a:effectRef>
          <a:fontRef idx="minor">
            <a:schemeClr val="tx1"/>
          </a:fontRef>
        </p:style>
        <p:txBody>
          <a:bodyPr rot="0" spcFirstLastPara="1" vertOverflow="overflow" horzOverflow="overflow" vert="horz" wrap="square" lIns="91439" tIns="45719" rIns="91439" bIns="45719" numCol="1" spcCol="38100" rtlCol="0" anchor="t">
            <a:noAutofit/>
          </a:bodyPr>
          <a:lstStyle/>
          <a:p>
            <a:pPr marL="0" marR="0" indent="0" algn="l" defTabSz="914400" fontAlgn="auto" latinLnBrk="1" hangingPunct="0">
              <a:lnSpc>
                <a:spcPct val="100000"/>
              </a:lnSpc>
              <a:spcBef>
                <a:spcPts val="0"/>
              </a:spcBef>
              <a:spcAft>
                <a:spcPts val="0"/>
              </a:spcAft>
              <a:buClrTx/>
              <a:buSzTx/>
              <a:buFontTx/>
              <a:buNone/>
              <a:tabLst/>
            </a:pPr>
            <a:endParaRPr kumimoji="0" lang="en-AE" sz="1800" b="0" i="0" u="none" strike="noStrike" cap="none" spc="0" normalizeH="0" baseline="0" dirty="0">
              <a:ln>
                <a:noFill/>
              </a:ln>
              <a:solidFill>
                <a:srgbClr val="000000"/>
              </a:solidFill>
              <a:effectLst/>
              <a:uFillTx/>
            </a:endParaRPr>
          </a:p>
        </p:txBody>
      </p:sp>
      <p:sp>
        <p:nvSpPr>
          <p:cNvPr id="24" name="TextBox 23">
            <a:extLst>
              <a:ext uri="{FF2B5EF4-FFF2-40B4-BE49-F238E27FC236}">
                <a16:creationId xmlns:a16="http://schemas.microsoft.com/office/drawing/2014/main" id="{F373A182-A10F-F6FE-069A-8D041DDF23E6}"/>
              </a:ext>
            </a:extLst>
          </p:cNvPr>
          <p:cNvSpPr txBox="1"/>
          <p:nvPr/>
        </p:nvSpPr>
        <p:spPr>
          <a:xfrm>
            <a:off x="13208095" y="1588309"/>
            <a:ext cx="2424544" cy="102592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fontAlgn="auto" latinLnBrk="0" hangingPunct="0">
              <a:lnSpc>
                <a:spcPct val="100000"/>
              </a:lnSpc>
              <a:spcBef>
                <a:spcPts val="0"/>
              </a:spcBef>
              <a:spcAft>
                <a:spcPts val="0"/>
              </a:spcAft>
              <a:buClrTx/>
              <a:buSzTx/>
              <a:buFontTx/>
              <a:buNone/>
              <a:tabLst/>
            </a:pPr>
            <a:r>
              <a:rPr kumimoji="0" lang="en-US" sz="3000" b="1" i="0" u="none" strike="noStrike" cap="none" spc="0" normalizeH="0" baseline="0" dirty="0">
                <a:ln>
                  <a:noFill/>
                </a:ln>
                <a:solidFill>
                  <a:schemeClr val="tx1"/>
                </a:solidFill>
                <a:effectLst/>
                <a:uFillTx/>
                <a:latin typeface="+mn-lt"/>
                <a:ea typeface="+mn-ea"/>
                <a:cs typeface="+mn-cs"/>
                <a:sym typeface="Poppins Light"/>
              </a:rPr>
              <a:t>Al Yasmeen District</a:t>
            </a:r>
            <a:endParaRPr kumimoji="0" lang="en-AE" sz="3000" b="1" i="0" u="none" strike="noStrike" cap="none" spc="0" normalizeH="0" baseline="0" dirty="0">
              <a:ln>
                <a:noFill/>
              </a:ln>
              <a:solidFill>
                <a:schemeClr val="tx1"/>
              </a:solidFill>
              <a:effectLst/>
              <a:uFillTx/>
              <a:latin typeface="+mn-lt"/>
              <a:ea typeface="+mn-ea"/>
              <a:cs typeface="+mn-cs"/>
              <a:sym typeface="Poppins Light"/>
            </a:endParaRPr>
          </a:p>
        </p:txBody>
      </p:sp>
      <p:sp>
        <p:nvSpPr>
          <p:cNvPr id="34" name="Arc 33">
            <a:extLst>
              <a:ext uri="{FF2B5EF4-FFF2-40B4-BE49-F238E27FC236}">
                <a16:creationId xmlns:a16="http://schemas.microsoft.com/office/drawing/2014/main" id="{99AFA47A-2D66-0224-2086-677FE323EB7A}"/>
              </a:ext>
            </a:extLst>
          </p:cNvPr>
          <p:cNvSpPr/>
          <p:nvPr/>
        </p:nvSpPr>
        <p:spPr>
          <a:xfrm flipH="1" flipV="1">
            <a:off x="12552217" y="3657600"/>
            <a:ext cx="3702885" cy="2517307"/>
          </a:xfrm>
          <a:prstGeom prst="arc">
            <a:avLst>
              <a:gd name="adj1" fmla="val 16842081"/>
              <a:gd name="adj2" fmla="val 0"/>
            </a:avLst>
          </a:prstGeom>
          <a:ln>
            <a:headEnd type="none" w="med" len="med"/>
            <a:tailEnd type="oval" w="med" len="med"/>
          </a:ln>
        </p:spPr>
        <p:style>
          <a:lnRef idx="2">
            <a:schemeClr val="dk1"/>
          </a:lnRef>
          <a:fillRef idx="0">
            <a:schemeClr val="dk1"/>
          </a:fillRef>
          <a:effectRef idx="1">
            <a:schemeClr val="dk1"/>
          </a:effectRef>
          <a:fontRef idx="minor">
            <a:schemeClr val="tx1"/>
          </a:fontRef>
        </p:style>
        <p:txBody>
          <a:bodyPr rot="0" spcFirstLastPara="1" vertOverflow="overflow" horzOverflow="overflow" vert="horz" wrap="square" lIns="91439" tIns="45719" rIns="91439" bIns="45719" numCol="1" spcCol="38100" rtlCol="0" anchor="t">
            <a:noAutofit/>
          </a:bodyPr>
          <a:lstStyle/>
          <a:p>
            <a:pPr marL="0" marR="0" indent="0" algn="l" defTabSz="914400" fontAlgn="auto" latinLnBrk="1" hangingPunct="0">
              <a:lnSpc>
                <a:spcPct val="100000"/>
              </a:lnSpc>
              <a:spcBef>
                <a:spcPts val="0"/>
              </a:spcBef>
              <a:spcAft>
                <a:spcPts val="0"/>
              </a:spcAft>
              <a:buClrTx/>
              <a:buSzTx/>
              <a:buFontTx/>
              <a:buNone/>
              <a:tabLst/>
            </a:pPr>
            <a:endParaRPr kumimoji="0" lang="en-AE" sz="1800" b="0" i="0" u="none" strike="noStrike" cap="none" spc="0" normalizeH="0" baseline="0" dirty="0">
              <a:ln>
                <a:noFill/>
              </a:ln>
              <a:solidFill>
                <a:srgbClr val="000000"/>
              </a:solidFill>
              <a:effectLst/>
              <a:uFillTx/>
            </a:endParaRPr>
          </a:p>
        </p:txBody>
      </p:sp>
      <p:sp>
        <p:nvSpPr>
          <p:cNvPr id="36" name="TextBox 35">
            <a:extLst>
              <a:ext uri="{FF2B5EF4-FFF2-40B4-BE49-F238E27FC236}">
                <a16:creationId xmlns:a16="http://schemas.microsoft.com/office/drawing/2014/main" id="{93AE9EB4-078D-0081-B614-F0FAA85D0FCB}"/>
              </a:ext>
            </a:extLst>
          </p:cNvPr>
          <p:cNvSpPr txBox="1"/>
          <p:nvPr/>
        </p:nvSpPr>
        <p:spPr>
          <a:xfrm>
            <a:off x="13830559" y="5501691"/>
            <a:ext cx="2424544" cy="102592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fontAlgn="auto" latinLnBrk="0" hangingPunct="0">
              <a:lnSpc>
                <a:spcPct val="100000"/>
              </a:lnSpc>
              <a:spcBef>
                <a:spcPts val="0"/>
              </a:spcBef>
              <a:spcAft>
                <a:spcPts val="0"/>
              </a:spcAft>
              <a:buClrTx/>
              <a:buSzTx/>
              <a:buFontTx/>
              <a:buNone/>
              <a:tabLst/>
            </a:pPr>
            <a:r>
              <a:rPr kumimoji="0" lang="en-US" sz="3000" b="1" i="0" u="none" strike="noStrike" cap="none" spc="0" normalizeH="0" baseline="0" dirty="0">
                <a:ln>
                  <a:noFill/>
                </a:ln>
                <a:solidFill>
                  <a:schemeClr val="tx1"/>
                </a:solidFill>
                <a:effectLst/>
                <a:uFillTx/>
                <a:latin typeface="+mn-lt"/>
                <a:ea typeface="+mn-ea"/>
                <a:cs typeface="+mn-cs"/>
                <a:sym typeface="Poppins Light"/>
              </a:rPr>
              <a:t>Al </a:t>
            </a:r>
            <a:r>
              <a:rPr kumimoji="0" lang="en-US" sz="3000" b="1" i="0" u="none" strike="noStrike" cap="none" spc="0" normalizeH="0" baseline="0" dirty="0" err="1">
                <a:ln>
                  <a:noFill/>
                </a:ln>
                <a:solidFill>
                  <a:schemeClr val="tx1"/>
                </a:solidFill>
                <a:effectLst/>
                <a:uFillTx/>
                <a:latin typeface="+mn-lt"/>
                <a:ea typeface="+mn-ea"/>
                <a:cs typeface="+mn-cs"/>
                <a:sym typeface="Poppins Light"/>
              </a:rPr>
              <a:t>Rabih</a:t>
            </a:r>
            <a:r>
              <a:rPr kumimoji="0" lang="en-US" sz="3000" b="1" i="0" u="none" strike="noStrike" cap="none" spc="0" normalizeH="0" baseline="0" dirty="0">
                <a:ln>
                  <a:noFill/>
                </a:ln>
                <a:solidFill>
                  <a:schemeClr val="tx1"/>
                </a:solidFill>
                <a:effectLst/>
                <a:uFillTx/>
                <a:latin typeface="+mn-lt"/>
                <a:ea typeface="+mn-ea"/>
                <a:cs typeface="+mn-cs"/>
                <a:sym typeface="Poppins Light"/>
              </a:rPr>
              <a:t> District</a:t>
            </a:r>
            <a:endParaRPr kumimoji="0" lang="en-AE" sz="3000" b="1" i="0" u="none" strike="noStrike" cap="none" spc="0" normalizeH="0" baseline="0" dirty="0">
              <a:ln>
                <a:noFill/>
              </a:ln>
              <a:solidFill>
                <a:schemeClr val="tx1"/>
              </a:solidFill>
              <a:effectLst/>
              <a:uFillTx/>
              <a:latin typeface="+mn-lt"/>
              <a:ea typeface="+mn-ea"/>
              <a:cs typeface="+mn-cs"/>
              <a:sym typeface="Poppins Light"/>
            </a:endParaRPr>
          </a:p>
        </p:txBody>
      </p:sp>
    </p:spTree>
    <p:extLst>
      <p:ext uri="{BB962C8B-B14F-4D97-AF65-F5344CB8AC3E}">
        <p14:creationId xmlns:p14="http://schemas.microsoft.com/office/powerpoint/2010/main" val="902853679"/>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8C886788-700E-4D20-9F80-E0E96837A2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4384000" cy="137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8" name="Freeform: Shape 27">
            <a:extLst>
              <a:ext uri="{FF2B5EF4-FFF2-40B4-BE49-F238E27FC236}">
                <a16:creationId xmlns:a16="http://schemas.microsoft.com/office/drawing/2014/main" id="{1850674C-4E08-4C62-A3E2-6337FE4F7D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918094" cy="13716000"/>
          </a:xfrm>
          <a:custGeom>
            <a:avLst/>
            <a:gdLst>
              <a:gd name="connsiteX0" fmla="*/ 0 w 4959047"/>
              <a:gd name="connsiteY0" fmla="*/ 0 h 6858000"/>
              <a:gd name="connsiteX1" fmla="*/ 4110127 w 4959047"/>
              <a:gd name="connsiteY1" fmla="*/ 0 h 6858000"/>
              <a:gd name="connsiteX2" fmla="*/ 4179024 w 4959047"/>
              <a:gd name="connsiteY2" fmla="*/ 123368 h 6858000"/>
              <a:gd name="connsiteX3" fmla="*/ 4959047 w 4959047"/>
              <a:gd name="connsiteY3" fmla="*/ 3429000 h 6858000"/>
              <a:gd name="connsiteX4" fmla="*/ 4179024 w 4959047"/>
              <a:gd name="connsiteY4" fmla="*/ 6734633 h 6858000"/>
              <a:gd name="connsiteX5" fmla="*/ 4110127 w 4959047"/>
              <a:gd name="connsiteY5" fmla="*/ 6858000 h 6858000"/>
              <a:gd name="connsiteX6" fmla="*/ 0 w 495904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59047" h="6858000">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ln w="9525">
            <a:solidFill>
              <a:srgbClr val="EFEFEF"/>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9" name="Freeform: Shape 28">
            <a:extLst>
              <a:ext uri="{FF2B5EF4-FFF2-40B4-BE49-F238E27FC236}">
                <a16:creationId xmlns:a16="http://schemas.microsoft.com/office/drawing/2014/main" id="{BCE4FF05-2B0C-4C97-A9B4-E163085A90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897774" cy="13716000"/>
          </a:xfrm>
          <a:custGeom>
            <a:avLst/>
            <a:gdLst>
              <a:gd name="connsiteX0" fmla="*/ 0 w 4948887"/>
              <a:gd name="connsiteY0" fmla="*/ 0 h 6858000"/>
              <a:gd name="connsiteX1" fmla="*/ 4099967 w 4948887"/>
              <a:gd name="connsiteY1" fmla="*/ 0 h 6858000"/>
              <a:gd name="connsiteX2" fmla="*/ 4168864 w 4948887"/>
              <a:gd name="connsiteY2" fmla="*/ 123368 h 6858000"/>
              <a:gd name="connsiteX3" fmla="*/ 4948887 w 4948887"/>
              <a:gd name="connsiteY3" fmla="*/ 3429000 h 6858000"/>
              <a:gd name="connsiteX4" fmla="*/ 4168864 w 4948887"/>
              <a:gd name="connsiteY4" fmla="*/ 6734633 h 6858000"/>
              <a:gd name="connsiteX5" fmla="*/ 4099967 w 4948887"/>
              <a:gd name="connsiteY5" fmla="*/ 6858000 h 6858000"/>
              <a:gd name="connsiteX6" fmla="*/ 0 w 494888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8887" h="6858000">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ext 4">
            <a:extLst>
              <a:ext uri="{FF2B5EF4-FFF2-40B4-BE49-F238E27FC236}">
                <a16:creationId xmlns:a16="http://schemas.microsoft.com/office/drawing/2014/main" id="{FFF08DF6-262D-8E12-46A0-62A80FB5F31E}"/>
              </a:ext>
            </a:extLst>
          </p:cNvPr>
          <p:cNvSpPr/>
          <p:nvPr/>
        </p:nvSpPr>
        <p:spPr>
          <a:xfrm>
            <a:off x="950976" y="2249424"/>
            <a:ext cx="8046720" cy="6400800"/>
          </a:xfrm>
          <a:prstGeom prst="rect">
            <a:avLst/>
          </a:prstGeom>
        </p:spPr>
        <p:txBody>
          <a:bodyPr vert="horz" lIns="91440" tIns="45720" rIns="91440" bIns="45720" rtlCol="0" anchor="b">
            <a:normAutofit/>
          </a:bodyPr>
          <a:lstStyle/>
          <a:p>
            <a:pPr defTabSz="914400" hangingPunct="1">
              <a:lnSpc>
                <a:spcPct val="90000"/>
              </a:lnSpc>
              <a:spcBef>
                <a:spcPct val="0"/>
              </a:spcBef>
              <a:spcAft>
                <a:spcPts val="600"/>
              </a:spcAft>
            </a:pPr>
            <a:r>
              <a:rPr lang="en-US" sz="9600" kern="1200">
                <a:solidFill>
                  <a:schemeClr val="tx1"/>
                </a:solidFill>
                <a:latin typeface="+mj-lt"/>
                <a:ea typeface="+mj-ea"/>
                <a:cs typeface="+mj-cs"/>
              </a:rPr>
              <a:t>Audited territories</a:t>
            </a:r>
          </a:p>
        </p:txBody>
      </p:sp>
      <p:sp>
        <p:nvSpPr>
          <p:cNvPr id="30" name="Rectangle 29">
            <a:extLst>
              <a:ext uri="{FF2B5EF4-FFF2-40B4-BE49-F238E27FC236}">
                <a16:creationId xmlns:a16="http://schemas.microsoft.com/office/drawing/2014/main" id="{529C2A7A-A6B6-4A56-B11C-8E967D88A6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519842" y="693582"/>
            <a:ext cx="292608" cy="14081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F3E92C3B-2F6D-9D9D-2116-EA6EEFC7BE44}"/>
              </a:ext>
            </a:extLst>
          </p:cNvPr>
          <p:cNvPicPr>
            <a:picLocks noChangeAspect="1"/>
          </p:cNvPicPr>
          <p:nvPr/>
        </p:nvPicPr>
        <p:blipFill>
          <a:blip r:embed="rId2"/>
          <a:stretch>
            <a:fillRect/>
          </a:stretch>
        </p:blipFill>
        <p:spPr>
          <a:xfrm>
            <a:off x="12030004" y="2130638"/>
            <a:ext cx="10106256" cy="6114284"/>
          </a:xfrm>
          <a:prstGeom prst="rect">
            <a:avLst/>
          </a:prstGeom>
        </p:spPr>
      </p:pic>
      <p:sp>
        <p:nvSpPr>
          <p:cNvPr id="31" name="Rectangle 30">
            <a:extLst>
              <a:ext uri="{FF2B5EF4-FFF2-40B4-BE49-F238E27FC236}">
                <a16:creationId xmlns:a16="http://schemas.microsoft.com/office/drawing/2014/main" id="{FDBD7205-E536-4134-8768-AC3E1A3C5E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58" y="9093840"/>
            <a:ext cx="8046720" cy="36576"/>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8" name="Picture 7">
            <a:extLst>
              <a:ext uri="{FF2B5EF4-FFF2-40B4-BE49-F238E27FC236}">
                <a16:creationId xmlns:a16="http://schemas.microsoft.com/office/drawing/2014/main" id="{6FA8F983-D629-E3CF-278C-68C1E2C62DD9}"/>
              </a:ext>
            </a:extLst>
          </p:cNvPr>
          <p:cNvPicPr>
            <a:picLocks noChangeAspect="1"/>
          </p:cNvPicPr>
          <p:nvPr/>
        </p:nvPicPr>
        <p:blipFill>
          <a:blip r:embed="rId3"/>
          <a:stretch>
            <a:fillRect/>
          </a:stretch>
        </p:blipFill>
        <p:spPr>
          <a:xfrm>
            <a:off x="11098708" y="9239268"/>
            <a:ext cx="5742432" cy="3502883"/>
          </a:xfrm>
          <a:prstGeom prst="rect">
            <a:avLst/>
          </a:prstGeom>
        </p:spPr>
      </p:pic>
      <p:pic>
        <p:nvPicPr>
          <p:cNvPr id="4" name="Picture 3">
            <a:extLst>
              <a:ext uri="{FF2B5EF4-FFF2-40B4-BE49-F238E27FC236}">
                <a16:creationId xmlns:a16="http://schemas.microsoft.com/office/drawing/2014/main" id="{E168B5C2-E82A-4BD6-7283-D9A323A6804F}"/>
              </a:ext>
            </a:extLst>
          </p:cNvPr>
          <p:cNvPicPr>
            <a:picLocks noChangeAspect="1"/>
          </p:cNvPicPr>
          <p:nvPr/>
        </p:nvPicPr>
        <p:blipFill>
          <a:blip r:embed="rId4"/>
          <a:stretch>
            <a:fillRect/>
          </a:stretch>
        </p:blipFill>
        <p:spPr>
          <a:xfrm>
            <a:off x="17330026" y="9253625"/>
            <a:ext cx="5742432" cy="3474170"/>
          </a:xfrm>
          <a:prstGeom prst="rect">
            <a:avLst/>
          </a:prstGeom>
        </p:spPr>
      </p:pic>
      <p:sp>
        <p:nvSpPr>
          <p:cNvPr id="9" name="Text 2">
            <a:extLst>
              <a:ext uri="{FF2B5EF4-FFF2-40B4-BE49-F238E27FC236}">
                <a16:creationId xmlns:a16="http://schemas.microsoft.com/office/drawing/2014/main" id="{EBD47BB4-8FCD-C3C5-F1E3-089604F064BD}"/>
              </a:ext>
            </a:extLst>
          </p:cNvPr>
          <p:cNvSpPr/>
          <p:nvPr/>
        </p:nvSpPr>
        <p:spPr>
          <a:xfrm>
            <a:off x="12525891" y="12715763"/>
            <a:ext cx="2888066" cy="644721"/>
          </a:xfrm>
          <a:prstGeom prst="rect">
            <a:avLst/>
          </a:prstGeom>
          <a:noFill/>
          <a:ln/>
        </p:spPr>
        <p:txBody>
          <a:bodyPr wrap="square" lIns="0" tIns="0" rIns="0" bIns="0" rtlCol="0" anchor="t"/>
          <a:lstStyle/>
          <a:p>
            <a:pPr algn="ctr">
              <a:lnSpc>
                <a:spcPts val="4000"/>
              </a:lnSpc>
            </a:pPr>
            <a:r>
              <a:rPr lang="en-US" sz="2400" dirty="0">
                <a:solidFill>
                  <a:srgbClr val="0D0D0D"/>
                </a:solidFill>
                <a:latin typeface="Inter Regular" pitchFamily="34" charset="0"/>
                <a:ea typeface="Inter Regular" pitchFamily="34" charset="-122"/>
                <a:cs typeface="Inter Regular" pitchFamily="34" charset="-120"/>
              </a:rPr>
              <a:t>King Abdullah District</a:t>
            </a:r>
            <a:endParaRPr lang="en-US" sz="2400" dirty="0">
              <a:latin typeface="Inter" panose="02000503000000020004" pitchFamily="2" charset="0"/>
            </a:endParaRPr>
          </a:p>
        </p:txBody>
      </p:sp>
      <p:sp>
        <p:nvSpPr>
          <p:cNvPr id="10" name="Text 2">
            <a:extLst>
              <a:ext uri="{FF2B5EF4-FFF2-40B4-BE49-F238E27FC236}">
                <a16:creationId xmlns:a16="http://schemas.microsoft.com/office/drawing/2014/main" id="{7D54AB2B-C9F2-C504-ADC1-07058B34F76F}"/>
              </a:ext>
            </a:extLst>
          </p:cNvPr>
          <p:cNvSpPr/>
          <p:nvPr/>
        </p:nvSpPr>
        <p:spPr>
          <a:xfrm>
            <a:off x="17780229" y="12715763"/>
            <a:ext cx="4837159" cy="644721"/>
          </a:xfrm>
          <a:prstGeom prst="rect">
            <a:avLst/>
          </a:prstGeom>
          <a:noFill/>
          <a:ln/>
        </p:spPr>
        <p:txBody>
          <a:bodyPr wrap="square" lIns="0" tIns="0" rIns="0" bIns="0" rtlCol="0" anchor="t"/>
          <a:lstStyle/>
          <a:p>
            <a:pPr algn="ctr">
              <a:lnSpc>
                <a:spcPts val="4000"/>
              </a:lnSpc>
            </a:pPr>
            <a:r>
              <a:rPr lang="en-US" sz="2400" dirty="0">
                <a:solidFill>
                  <a:srgbClr val="0D0D0D"/>
                </a:solidFill>
                <a:latin typeface="Inter Regular" pitchFamily="34" charset="0"/>
                <a:ea typeface="Inter Regular" pitchFamily="34" charset="-122"/>
                <a:cs typeface="Inter Regular" pitchFamily="34" charset="-120"/>
              </a:rPr>
              <a:t>Al Yasmeen District &amp; Al Rabie District</a:t>
            </a:r>
            <a:endParaRPr lang="en-US" sz="2400" dirty="0">
              <a:latin typeface="Inter" panose="02000503000000020004" pitchFamily="2" charset="0"/>
            </a:endParaRPr>
          </a:p>
        </p:txBody>
      </p:sp>
      <p:sp>
        <p:nvSpPr>
          <p:cNvPr id="11" name="Text 2">
            <a:extLst>
              <a:ext uri="{FF2B5EF4-FFF2-40B4-BE49-F238E27FC236}">
                <a16:creationId xmlns:a16="http://schemas.microsoft.com/office/drawing/2014/main" id="{C1342941-670E-13C5-1BB2-C61844E1484B}"/>
              </a:ext>
            </a:extLst>
          </p:cNvPr>
          <p:cNvSpPr/>
          <p:nvPr/>
        </p:nvSpPr>
        <p:spPr>
          <a:xfrm>
            <a:off x="15639099" y="8162251"/>
            <a:ext cx="2888066" cy="644721"/>
          </a:xfrm>
          <a:prstGeom prst="rect">
            <a:avLst/>
          </a:prstGeom>
          <a:noFill/>
          <a:ln/>
        </p:spPr>
        <p:txBody>
          <a:bodyPr wrap="square" lIns="0" tIns="0" rIns="0" bIns="0" rtlCol="0" anchor="t"/>
          <a:lstStyle/>
          <a:p>
            <a:pPr algn="ctr">
              <a:lnSpc>
                <a:spcPts val="4000"/>
              </a:lnSpc>
            </a:pPr>
            <a:r>
              <a:rPr lang="en-US" sz="2400" dirty="0">
                <a:solidFill>
                  <a:srgbClr val="0D0D0D"/>
                </a:solidFill>
                <a:latin typeface="Inter Regular" pitchFamily="34" charset="0"/>
                <a:ea typeface="Inter Regular" pitchFamily="34" charset="-122"/>
                <a:cs typeface="Inter Regular" pitchFamily="34" charset="-120"/>
              </a:rPr>
              <a:t>Al </a:t>
            </a:r>
            <a:r>
              <a:rPr lang="en-US" sz="2400" dirty="0" err="1">
                <a:solidFill>
                  <a:srgbClr val="0D0D0D"/>
                </a:solidFill>
                <a:latin typeface="Inter Regular" pitchFamily="34" charset="0"/>
                <a:ea typeface="Inter Regular" pitchFamily="34" charset="-122"/>
                <a:cs typeface="Inter Regular" pitchFamily="34" charset="-120"/>
              </a:rPr>
              <a:t>Sahafa</a:t>
            </a:r>
            <a:r>
              <a:rPr lang="en-US" sz="2400" dirty="0">
                <a:solidFill>
                  <a:srgbClr val="0D0D0D"/>
                </a:solidFill>
                <a:latin typeface="Inter Regular" pitchFamily="34" charset="0"/>
                <a:ea typeface="Inter Regular" pitchFamily="34" charset="-122"/>
                <a:cs typeface="Inter Regular" pitchFamily="34" charset="-120"/>
              </a:rPr>
              <a:t> District</a:t>
            </a:r>
            <a:endParaRPr lang="en-US" sz="2400" dirty="0">
              <a:latin typeface="Inter" panose="02000503000000020004" pitchFamily="2" charset="0"/>
            </a:endParaRPr>
          </a:p>
        </p:txBody>
      </p:sp>
      <p:sp>
        <p:nvSpPr>
          <p:cNvPr id="12" name="Text 0">
            <a:extLst>
              <a:ext uri="{FF2B5EF4-FFF2-40B4-BE49-F238E27FC236}">
                <a16:creationId xmlns:a16="http://schemas.microsoft.com/office/drawing/2014/main" id="{463D82C8-A052-02AC-9937-8AF244426F74}"/>
              </a:ext>
            </a:extLst>
          </p:cNvPr>
          <p:cNvSpPr/>
          <p:nvPr/>
        </p:nvSpPr>
        <p:spPr>
          <a:xfrm>
            <a:off x="9918094" y="489366"/>
            <a:ext cx="13699895" cy="1524000"/>
          </a:xfrm>
          <a:prstGeom prst="rect">
            <a:avLst/>
          </a:prstGeom>
          <a:noFill/>
          <a:ln/>
        </p:spPr>
        <p:txBody>
          <a:bodyPr wrap="square" lIns="0" tIns="0" rIns="0" bIns="0" rtlCol="0" anchor="t"/>
          <a:lstStyle/>
          <a:p>
            <a:pPr>
              <a:lnSpc>
                <a:spcPts val="4000"/>
              </a:lnSpc>
            </a:pPr>
            <a:r>
              <a:rPr lang="en-US" sz="2400" dirty="0">
                <a:solidFill>
                  <a:srgbClr val="0D0D0D"/>
                </a:solidFill>
                <a:latin typeface="Inter Regular" pitchFamily="34" charset="0"/>
                <a:ea typeface="Inter Regular" pitchFamily="34" charset="-122"/>
                <a:cs typeface="Inter Regular" pitchFamily="34" charset="-120"/>
              </a:rPr>
              <a:t>The scope of one check is the territory verified by a specialist in 0.5-1 day. It can be one whole territory or several parts of different territories.</a:t>
            </a:r>
          </a:p>
        </p:txBody>
      </p:sp>
    </p:spTree>
    <p:extLst>
      <p:ext uri="{BB962C8B-B14F-4D97-AF65-F5344CB8AC3E}">
        <p14:creationId xmlns:p14="http://schemas.microsoft.com/office/powerpoint/2010/main" val="2468714526"/>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4">
            <a:extLst>
              <a:ext uri="{FF2B5EF4-FFF2-40B4-BE49-F238E27FC236}">
                <a16:creationId xmlns:a16="http://schemas.microsoft.com/office/drawing/2014/main" id="{686835D6-C52F-A240-60A1-D2FC5EDDAEDB}"/>
              </a:ext>
            </a:extLst>
          </p:cNvPr>
          <p:cNvSpPr/>
          <p:nvPr/>
        </p:nvSpPr>
        <p:spPr>
          <a:xfrm>
            <a:off x="1244600" y="1270001"/>
            <a:ext cx="21869400" cy="1333500"/>
          </a:xfrm>
          <a:prstGeom prst="rect">
            <a:avLst/>
          </a:prstGeom>
          <a:noFill/>
          <a:ln/>
        </p:spPr>
        <p:txBody>
          <a:bodyPr wrap="square" lIns="0" tIns="0" rIns="0" bIns="0" rtlCol="0" anchor="t"/>
          <a:lstStyle/>
          <a:p>
            <a:pPr>
              <a:lnSpc>
                <a:spcPts val="10500"/>
              </a:lnSpc>
            </a:pPr>
            <a:r>
              <a:rPr lang="en-US" sz="8000" dirty="0">
                <a:solidFill>
                  <a:srgbClr val="0D0D0D"/>
                </a:solidFill>
                <a:latin typeface="Inter Semi Bold" pitchFamily="34" charset="0"/>
                <a:ea typeface="Inter Semi Bold" pitchFamily="34" charset="-122"/>
                <a:cs typeface="Inter Semi Bold" pitchFamily="34" charset="-120"/>
              </a:rPr>
              <a:t>Errors calculation Methodology</a:t>
            </a:r>
            <a:endParaRPr lang="en-US" sz="8000" dirty="0">
              <a:latin typeface="Inter" panose="02000503000000020004" pitchFamily="2" charset="0"/>
            </a:endParaRPr>
          </a:p>
        </p:txBody>
      </p:sp>
      <p:sp>
        <p:nvSpPr>
          <p:cNvPr id="3" name="Text 0">
            <a:extLst>
              <a:ext uri="{FF2B5EF4-FFF2-40B4-BE49-F238E27FC236}">
                <a16:creationId xmlns:a16="http://schemas.microsoft.com/office/drawing/2014/main" id="{0B6DB940-97A1-F659-8ED9-1BFBB79C8081}"/>
              </a:ext>
            </a:extLst>
          </p:cNvPr>
          <p:cNvSpPr/>
          <p:nvPr/>
        </p:nvSpPr>
        <p:spPr>
          <a:xfrm>
            <a:off x="1135042" y="3342393"/>
            <a:ext cx="12617053" cy="9928438"/>
          </a:xfrm>
          <a:prstGeom prst="rect">
            <a:avLst/>
          </a:prstGeom>
          <a:noFill/>
          <a:ln/>
        </p:spPr>
        <p:txBody>
          <a:bodyPr wrap="square" lIns="0" tIns="0" rIns="0" bIns="0" rtlCol="0" anchor="t"/>
          <a:lstStyle/>
          <a:p>
            <a:pPr>
              <a:lnSpc>
                <a:spcPts val="4000"/>
              </a:lnSpc>
            </a:pPr>
            <a:r>
              <a:rPr lang="en-US" sz="2400" dirty="0">
                <a:solidFill>
                  <a:srgbClr val="0D0D0D"/>
                </a:solidFill>
                <a:latin typeface="Inter Regular" pitchFamily="34" charset="0"/>
                <a:ea typeface="Inter Regular" pitchFamily="34" charset="-122"/>
                <a:cs typeface="Inter Regular" pitchFamily="34" charset="-120"/>
              </a:rPr>
              <a:t>1- We  Mark the territory on the "Audit" tab in </a:t>
            </a:r>
            <a:r>
              <a:rPr lang="en-US" sz="2400" dirty="0" err="1">
                <a:solidFill>
                  <a:srgbClr val="0D0D0D"/>
                </a:solidFill>
                <a:latin typeface="Inter Regular" pitchFamily="34" charset="0"/>
                <a:ea typeface="Inter Regular" pitchFamily="34" charset="-122"/>
                <a:cs typeface="Inter Regular" pitchFamily="34" charset="-120"/>
              </a:rPr>
              <a:t>YouLa</a:t>
            </a:r>
            <a:r>
              <a:rPr lang="en-US" sz="2400" dirty="0">
                <a:solidFill>
                  <a:srgbClr val="0D0D0D"/>
                </a:solidFill>
                <a:latin typeface="Inter Regular" pitchFamily="34" charset="0"/>
                <a:ea typeface="Inter Regular" pitchFamily="34" charset="-122"/>
                <a:cs typeface="Inter Regular" pitchFamily="34" charset="-120"/>
              </a:rPr>
              <a:t>, upload tasks to the mobile device</a:t>
            </a:r>
          </a:p>
          <a:p>
            <a:pPr>
              <a:lnSpc>
                <a:spcPts val="4000"/>
              </a:lnSpc>
            </a:pPr>
            <a:endParaRPr lang="en-US" sz="2400" dirty="0">
              <a:solidFill>
                <a:srgbClr val="0D0D0D"/>
              </a:solidFill>
              <a:latin typeface="Inter Regular" pitchFamily="34" charset="0"/>
              <a:ea typeface="Inter Regular" pitchFamily="34" charset="-122"/>
              <a:cs typeface="Inter Regular" pitchFamily="34" charset="-120"/>
            </a:endParaRPr>
          </a:p>
          <a:p>
            <a:pPr>
              <a:lnSpc>
                <a:spcPts val="4000"/>
              </a:lnSpc>
            </a:pPr>
            <a:r>
              <a:rPr lang="en-US" sz="2400" dirty="0">
                <a:solidFill>
                  <a:srgbClr val="0D0D0D"/>
                </a:solidFill>
                <a:latin typeface="Inter Regular" pitchFamily="34" charset="0"/>
                <a:ea typeface="Inter Regular" pitchFamily="34" charset="-122"/>
                <a:cs typeface="Inter Regular" pitchFamily="34" charset="-120"/>
              </a:rPr>
              <a:t>2- Determine the total number of firms in the territory. The total number of objects should be counted as all the scanned organization in the territory of the audit. The information have to recorded in the audit report.</a:t>
            </a:r>
          </a:p>
          <a:p>
            <a:pPr>
              <a:lnSpc>
                <a:spcPts val="4000"/>
              </a:lnSpc>
            </a:pPr>
            <a:endParaRPr lang="en-US" sz="2400" dirty="0">
              <a:solidFill>
                <a:srgbClr val="0D0D0D"/>
              </a:solidFill>
              <a:latin typeface="Inter Regular" pitchFamily="34" charset="0"/>
              <a:ea typeface="Inter Regular" pitchFamily="34" charset="-122"/>
              <a:cs typeface="Inter Regular" pitchFamily="34" charset="-120"/>
            </a:endParaRPr>
          </a:p>
          <a:p>
            <a:pPr>
              <a:lnSpc>
                <a:spcPts val="4000"/>
              </a:lnSpc>
            </a:pPr>
            <a:endParaRPr lang="en-US" sz="2400" dirty="0">
              <a:solidFill>
                <a:srgbClr val="0D0D0D"/>
              </a:solidFill>
              <a:latin typeface="Inter Regular" pitchFamily="34" charset="0"/>
              <a:ea typeface="Inter Regular" pitchFamily="34" charset="-122"/>
              <a:cs typeface="Inter Regular" pitchFamily="34" charset="-120"/>
            </a:endParaRPr>
          </a:p>
          <a:p>
            <a:pPr>
              <a:lnSpc>
                <a:spcPts val="4000"/>
              </a:lnSpc>
            </a:pPr>
            <a:endParaRPr lang="en-US" sz="2400" dirty="0">
              <a:solidFill>
                <a:srgbClr val="0D0D0D"/>
              </a:solidFill>
              <a:latin typeface="Inter Regular" pitchFamily="34" charset="0"/>
              <a:ea typeface="Inter Regular" pitchFamily="34" charset="-122"/>
              <a:cs typeface="Inter Regular" pitchFamily="34" charset="-120"/>
            </a:endParaRPr>
          </a:p>
          <a:p>
            <a:pPr>
              <a:lnSpc>
                <a:spcPts val="4000"/>
              </a:lnSpc>
            </a:pPr>
            <a:endParaRPr lang="en-US" sz="2400" dirty="0">
              <a:solidFill>
                <a:srgbClr val="0D0D0D"/>
              </a:solidFill>
              <a:latin typeface="Inter Regular" pitchFamily="34" charset="0"/>
              <a:ea typeface="Inter Regular" pitchFamily="34" charset="-122"/>
              <a:cs typeface="Inter Regular" pitchFamily="34" charset="-120"/>
            </a:endParaRPr>
          </a:p>
          <a:p>
            <a:pPr>
              <a:lnSpc>
                <a:spcPts val="4000"/>
              </a:lnSpc>
            </a:pPr>
            <a:endParaRPr lang="en-US" sz="2400" dirty="0">
              <a:solidFill>
                <a:srgbClr val="0D0D0D"/>
              </a:solidFill>
              <a:latin typeface="Inter Regular" pitchFamily="34" charset="0"/>
              <a:ea typeface="Inter Regular" pitchFamily="34" charset="-122"/>
              <a:cs typeface="Inter Regular" pitchFamily="34" charset="-120"/>
            </a:endParaRPr>
          </a:p>
          <a:p>
            <a:pPr>
              <a:lnSpc>
                <a:spcPts val="4000"/>
              </a:lnSpc>
            </a:pPr>
            <a:endParaRPr lang="en-US" sz="2400" dirty="0">
              <a:solidFill>
                <a:srgbClr val="0D0D0D"/>
              </a:solidFill>
              <a:latin typeface="Inter Regular" pitchFamily="34" charset="0"/>
              <a:ea typeface="Inter Regular" pitchFamily="34" charset="-122"/>
              <a:cs typeface="Inter Regular" pitchFamily="34" charset="-120"/>
            </a:endParaRPr>
          </a:p>
          <a:p>
            <a:pPr>
              <a:lnSpc>
                <a:spcPts val="4000"/>
              </a:lnSpc>
            </a:pPr>
            <a:endParaRPr lang="en-US" sz="2400" dirty="0">
              <a:solidFill>
                <a:srgbClr val="0D0D0D"/>
              </a:solidFill>
              <a:latin typeface="Inter Regular" pitchFamily="34" charset="0"/>
              <a:ea typeface="Inter Regular" pitchFamily="34" charset="-122"/>
              <a:cs typeface="Inter Regular" pitchFamily="34" charset="-120"/>
            </a:endParaRPr>
          </a:p>
          <a:p>
            <a:pPr>
              <a:lnSpc>
                <a:spcPts val="4000"/>
              </a:lnSpc>
            </a:pPr>
            <a:endParaRPr lang="en-US" sz="2400" dirty="0">
              <a:solidFill>
                <a:srgbClr val="0D0D0D"/>
              </a:solidFill>
              <a:latin typeface="Inter Regular" pitchFamily="34" charset="0"/>
              <a:ea typeface="Inter Regular" pitchFamily="34" charset="-122"/>
              <a:cs typeface="Inter Regular" pitchFamily="34" charset="-120"/>
            </a:endParaRPr>
          </a:p>
          <a:p>
            <a:pPr>
              <a:lnSpc>
                <a:spcPts val="4000"/>
              </a:lnSpc>
            </a:pPr>
            <a:r>
              <a:rPr lang="en-US" sz="2400" dirty="0">
                <a:solidFill>
                  <a:srgbClr val="0D0D0D"/>
                </a:solidFill>
                <a:latin typeface="Inter Regular" pitchFamily="34" charset="0"/>
                <a:ea typeface="Inter Regular" pitchFamily="34" charset="-122"/>
                <a:cs typeface="Inter Regular" pitchFamily="34" charset="-120"/>
              </a:rPr>
              <a:t>3- We make a visit to the territory and check all or organization. Record errors in </a:t>
            </a:r>
            <a:r>
              <a:rPr lang="en-US" sz="2400" dirty="0" err="1">
                <a:solidFill>
                  <a:srgbClr val="0D0D0D"/>
                </a:solidFill>
                <a:latin typeface="Inter Regular" pitchFamily="34" charset="0"/>
                <a:ea typeface="Inter Regular" pitchFamily="34" charset="-122"/>
                <a:cs typeface="Inter Regular" pitchFamily="34" charset="-120"/>
              </a:rPr>
              <a:t>mYouLa</a:t>
            </a:r>
            <a:r>
              <a:rPr lang="en-US" sz="2400" dirty="0">
                <a:solidFill>
                  <a:srgbClr val="0D0D0D"/>
                </a:solidFill>
                <a:latin typeface="Inter Regular" pitchFamily="34" charset="0"/>
                <a:ea typeface="Inter Regular" pitchFamily="34" charset="-122"/>
                <a:cs typeface="Inter Regular" pitchFamily="34" charset="-120"/>
              </a:rPr>
              <a:t>.</a:t>
            </a:r>
          </a:p>
          <a:p>
            <a:pPr>
              <a:lnSpc>
                <a:spcPts val="4000"/>
              </a:lnSpc>
            </a:pPr>
            <a:r>
              <a:rPr lang="en-US" sz="2400" dirty="0">
                <a:solidFill>
                  <a:srgbClr val="0D0D0D"/>
                </a:solidFill>
                <a:latin typeface="Inter Regular" pitchFamily="34" charset="0"/>
                <a:ea typeface="Inter Regular" pitchFamily="34" charset="-122"/>
                <a:cs typeface="Inter Regular" pitchFamily="34" charset="-120"/>
              </a:rPr>
              <a:t>4- Upon returning to the office, we calculate the total weight of errors (most errors from reconciliation will be considered gross and worth 1 point)</a:t>
            </a:r>
          </a:p>
          <a:p>
            <a:pPr>
              <a:lnSpc>
                <a:spcPts val="4000"/>
              </a:lnSpc>
            </a:pPr>
            <a:endParaRPr lang="en-US" sz="2400" dirty="0">
              <a:solidFill>
                <a:srgbClr val="0D0D0D"/>
              </a:solidFill>
              <a:latin typeface="Inter Regular" pitchFamily="34" charset="0"/>
              <a:ea typeface="Inter Regular" pitchFamily="34" charset="-122"/>
              <a:cs typeface="Inter Regular" pitchFamily="34" charset="-120"/>
            </a:endParaRPr>
          </a:p>
        </p:txBody>
      </p:sp>
      <p:pic>
        <p:nvPicPr>
          <p:cNvPr id="4" name="Picture 3">
            <a:extLst>
              <a:ext uri="{FF2B5EF4-FFF2-40B4-BE49-F238E27FC236}">
                <a16:creationId xmlns:a16="http://schemas.microsoft.com/office/drawing/2014/main" id="{81B43A23-C081-54D3-505C-B502B7D4991D}"/>
              </a:ext>
            </a:extLst>
          </p:cNvPr>
          <p:cNvPicPr>
            <a:picLocks noChangeAspect="1"/>
          </p:cNvPicPr>
          <p:nvPr/>
        </p:nvPicPr>
        <p:blipFill>
          <a:blip r:embed="rId2"/>
          <a:stretch>
            <a:fillRect/>
          </a:stretch>
        </p:blipFill>
        <p:spPr>
          <a:xfrm>
            <a:off x="14039278" y="3342393"/>
            <a:ext cx="10106256" cy="6114284"/>
          </a:xfrm>
          <a:prstGeom prst="rect">
            <a:avLst/>
          </a:prstGeom>
        </p:spPr>
      </p:pic>
      <p:sp>
        <p:nvSpPr>
          <p:cNvPr id="5" name="Text 2">
            <a:extLst>
              <a:ext uri="{FF2B5EF4-FFF2-40B4-BE49-F238E27FC236}">
                <a16:creationId xmlns:a16="http://schemas.microsoft.com/office/drawing/2014/main" id="{7F0E21D3-DD86-506B-20BA-B73241BE49BF}"/>
              </a:ext>
            </a:extLst>
          </p:cNvPr>
          <p:cNvSpPr/>
          <p:nvPr/>
        </p:nvSpPr>
        <p:spPr>
          <a:xfrm>
            <a:off x="17648373" y="9374006"/>
            <a:ext cx="2888066" cy="644721"/>
          </a:xfrm>
          <a:prstGeom prst="rect">
            <a:avLst/>
          </a:prstGeom>
          <a:noFill/>
          <a:ln/>
        </p:spPr>
        <p:txBody>
          <a:bodyPr wrap="square" lIns="0" tIns="0" rIns="0" bIns="0" rtlCol="0" anchor="t"/>
          <a:lstStyle/>
          <a:p>
            <a:pPr algn="ctr">
              <a:lnSpc>
                <a:spcPts val="4000"/>
              </a:lnSpc>
            </a:pPr>
            <a:r>
              <a:rPr lang="en-US" sz="2400" dirty="0">
                <a:solidFill>
                  <a:srgbClr val="0D0D0D"/>
                </a:solidFill>
                <a:latin typeface="Inter Regular" pitchFamily="34" charset="0"/>
                <a:ea typeface="Inter Regular" pitchFamily="34" charset="-122"/>
                <a:cs typeface="Inter Regular" pitchFamily="34" charset="-120"/>
              </a:rPr>
              <a:t>Al </a:t>
            </a:r>
            <a:r>
              <a:rPr lang="en-US" sz="2400" dirty="0" err="1">
                <a:solidFill>
                  <a:srgbClr val="0D0D0D"/>
                </a:solidFill>
                <a:latin typeface="Inter Regular" pitchFamily="34" charset="0"/>
                <a:ea typeface="Inter Regular" pitchFamily="34" charset="-122"/>
                <a:cs typeface="Inter Regular" pitchFamily="34" charset="-120"/>
              </a:rPr>
              <a:t>Sahafa</a:t>
            </a:r>
            <a:r>
              <a:rPr lang="en-US" sz="2400" dirty="0">
                <a:solidFill>
                  <a:srgbClr val="0D0D0D"/>
                </a:solidFill>
                <a:latin typeface="Inter Regular" pitchFamily="34" charset="0"/>
                <a:ea typeface="Inter Regular" pitchFamily="34" charset="-122"/>
                <a:cs typeface="Inter Regular" pitchFamily="34" charset="-120"/>
              </a:rPr>
              <a:t> District</a:t>
            </a:r>
            <a:endParaRPr lang="en-US" sz="2400" dirty="0">
              <a:latin typeface="Inter" panose="02000503000000020004" pitchFamily="2" charset="0"/>
            </a:endParaRPr>
          </a:p>
        </p:txBody>
      </p:sp>
      <p:pic>
        <p:nvPicPr>
          <p:cNvPr id="9" name="Picture 8">
            <a:extLst>
              <a:ext uri="{FF2B5EF4-FFF2-40B4-BE49-F238E27FC236}">
                <a16:creationId xmlns:a16="http://schemas.microsoft.com/office/drawing/2014/main" id="{24845513-8F56-41D9-E7EC-9BDF5A8776E1}"/>
              </a:ext>
            </a:extLst>
          </p:cNvPr>
          <p:cNvPicPr>
            <a:picLocks noChangeAspect="1"/>
          </p:cNvPicPr>
          <p:nvPr/>
        </p:nvPicPr>
        <p:blipFill>
          <a:blip r:embed="rId3"/>
          <a:stretch>
            <a:fillRect/>
          </a:stretch>
        </p:blipFill>
        <p:spPr>
          <a:xfrm>
            <a:off x="3489158" y="5983455"/>
            <a:ext cx="7542370" cy="3712911"/>
          </a:xfrm>
          <a:prstGeom prst="rect">
            <a:avLst/>
          </a:prstGeom>
        </p:spPr>
      </p:pic>
    </p:spTree>
    <p:extLst>
      <p:ext uri="{BB962C8B-B14F-4D97-AF65-F5344CB8AC3E}">
        <p14:creationId xmlns:p14="http://schemas.microsoft.com/office/powerpoint/2010/main" val="1328639564"/>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phone&#10;&#10;Description automatically generated">
            <a:extLst>
              <a:ext uri="{FF2B5EF4-FFF2-40B4-BE49-F238E27FC236}">
                <a16:creationId xmlns:a16="http://schemas.microsoft.com/office/drawing/2014/main" id="{58FF9D2F-9DB6-A078-DFBE-20D9F8829C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891461" y="1936751"/>
            <a:ext cx="5143500" cy="11144250"/>
          </a:xfrm>
          <a:prstGeom prst="rect">
            <a:avLst/>
          </a:prstGeom>
        </p:spPr>
      </p:pic>
      <p:sp>
        <p:nvSpPr>
          <p:cNvPr id="6" name="TextBox 5">
            <a:extLst>
              <a:ext uri="{FF2B5EF4-FFF2-40B4-BE49-F238E27FC236}">
                <a16:creationId xmlns:a16="http://schemas.microsoft.com/office/drawing/2014/main" id="{415EEFD4-4FDA-D702-06FC-AB3AC7BB48B6}"/>
              </a:ext>
            </a:extLst>
          </p:cNvPr>
          <p:cNvSpPr txBox="1"/>
          <p:nvPr/>
        </p:nvSpPr>
        <p:spPr>
          <a:xfrm>
            <a:off x="1244600" y="5919281"/>
            <a:ext cx="10403305" cy="280076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ts val="7200"/>
              </a:lnSpc>
            </a:pPr>
            <a:r>
              <a:rPr lang="en-US" sz="5000" dirty="0">
                <a:solidFill>
                  <a:srgbClr val="0D0D0D"/>
                </a:solidFill>
                <a:latin typeface="Inter Regular" pitchFamily="34" charset="0"/>
                <a:ea typeface="Inter Regular" pitchFamily="34" charset="-122"/>
                <a:cs typeface="Inter Regular" pitchFamily="34" charset="-120"/>
              </a:rPr>
              <a:t>Partners cards are loaded into </a:t>
            </a:r>
            <a:r>
              <a:rPr lang="en-US" sz="5000" dirty="0" err="1">
                <a:solidFill>
                  <a:srgbClr val="0D0D0D"/>
                </a:solidFill>
                <a:latin typeface="Inter Regular" pitchFamily="34" charset="0"/>
                <a:ea typeface="Inter Regular" pitchFamily="34" charset="-122"/>
                <a:cs typeface="Inter Regular" pitchFamily="34" charset="-120"/>
              </a:rPr>
              <a:t>mYoula</a:t>
            </a:r>
            <a:r>
              <a:rPr lang="en-US" sz="5000" dirty="0">
                <a:solidFill>
                  <a:srgbClr val="0D0D0D"/>
                </a:solidFill>
                <a:latin typeface="Inter Regular" pitchFamily="34" charset="0"/>
                <a:ea typeface="Inter Regular" pitchFamily="34" charset="-122"/>
                <a:cs typeface="Inter Regular" pitchFamily="34" charset="-120"/>
              </a:rPr>
              <a:t> and Audit was performed on the Partner companies only</a:t>
            </a:r>
            <a:endParaRPr lang="en-US" sz="5000" dirty="0">
              <a:latin typeface="Inter" panose="02000503000000020004" pitchFamily="2" charset="0"/>
            </a:endParaRPr>
          </a:p>
        </p:txBody>
      </p:sp>
      <p:sp>
        <p:nvSpPr>
          <p:cNvPr id="7" name="Oval 6">
            <a:extLst>
              <a:ext uri="{FF2B5EF4-FFF2-40B4-BE49-F238E27FC236}">
                <a16:creationId xmlns:a16="http://schemas.microsoft.com/office/drawing/2014/main" id="{929429D2-E749-457E-E0BB-1E5134ECDE56}"/>
              </a:ext>
            </a:extLst>
          </p:cNvPr>
          <p:cNvSpPr/>
          <p:nvPr/>
        </p:nvSpPr>
        <p:spPr>
          <a:xfrm>
            <a:off x="18218727" y="2216727"/>
            <a:ext cx="706582" cy="706582"/>
          </a:xfrm>
          <a:prstGeom prst="ellipse">
            <a:avLst/>
          </a:prstGeom>
          <a:noFill/>
          <a:ln w="38100" cap="flat">
            <a:solidFill>
              <a:srgbClr val="C0000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AE" sz="3200" b="0" i="0" u="none" strike="noStrike" cap="none" spc="0" normalizeH="0" baseline="0">
              <a:ln>
                <a:noFill/>
              </a:ln>
              <a:solidFill>
                <a:srgbClr val="FFFFFF"/>
              </a:solidFill>
              <a:effectLst/>
              <a:uFillTx/>
              <a:latin typeface="Poppins Bold"/>
              <a:ea typeface="Poppins Bold"/>
              <a:cs typeface="Poppins Bold"/>
              <a:sym typeface="Poppins Bold"/>
            </a:endParaRPr>
          </a:p>
        </p:txBody>
      </p:sp>
      <p:sp>
        <p:nvSpPr>
          <p:cNvPr id="12" name="Oval 11">
            <a:extLst>
              <a:ext uri="{FF2B5EF4-FFF2-40B4-BE49-F238E27FC236}">
                <a16:creationId xmlns:a16="http://schemas.microsoft.com/office/drawing/2014/main" id="{D9F9214E-FE64-57B3-4677-095F7AB1DD98}"/>
              </a:ext>
            </a:extLst>
          </p:cNvPr>
          <p:cNvSpPr/>
          <p:nvPr/>
        </p:nvSpPr>
        <p:spPr>
          <a:xfrm>
            <a:off x="18004248" y="4536257"/>
            <a:ext cx="706582" cy="706582"/>
          </a:xfrm>
          <a:prstGeom prst="ellipse">
            <a:avLst/>
          </a:prstGeom>
          <a:noFill/>
          <a:ln w="38100" cap="flat">
            <a:solidFill>
              <a:srgbClr val="C0000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AE" sz="3200" b="0" i="0" u="none" strike="noStrike" cap="none" spc="0" normalizeH="0" baseline="0">
              <a:ln>
                <a:noFill/>
              </a:ln>
              <a:solidFill>
                <a:srgbClr val="FFFFFF"/>
              </a:solidFill>
              <a:effectLst/>
              <a:uFillTx/>
              <a:latin typeface="Poppins Bold"/>
              <a:ea typeface="Poppins Bold"/>
              <a:cs typeface="Poppins Bold"/>
              <a:sym typeface="Poppins Bold"/>
            </a:endParaRPr>
          </a:p>
        </p:txBody>
      </p:sp>
      <p:sp>
        <p:nvSpPr>
          <p:cNvPr id="16" name="Arc 15">
            <a:extLst>
              <a:ext uri="{FF2B5EF4-FFF2-40B4-BE49-F238E27FC236}">
                <a16:creationId xmlns:a16="http://schemas.microsoft.com/office/drawing/2014/main" id="{2D48D314-164D-942E-2F63-2900DDDA130A}"/>
              </a:ext>
            </a:extLst>
          </p:cNvPr>
          <p:cNvSpPr/>
          <p:nvPr/>
        </p:nvSpPr>
        <p:spPr>
          <a:xfrm rot="21388519" flipV="1">
            <a:off x="17866912" y="1093946"/>
            <a:ext cx="1971482" cy="1450324"/>
          </a:xfrm>
          <a:prstGeom prst="arc">
            <a:avLst/>
          </a:prstGeom>
          <a:noFill/>
          <a:ln w="25400" cap="flat">
            <a:solidFill>
              <a:srgbClr val="FF0000"/>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AE" sz="1800" b="0" i="0" u="none" strike="noStrike" cap="none" spc="0" normalizeH="0" baseline="0">
              <a:ln>
                <a:noFill/>
              </a:ln>
              <a:solidFill>
                <a:srgbClr val="000000"/>
              </a:solidFill>
              <a:effectLst/>
              <a:uFillTx/>
            </a:endParaRPr>
          </a:p>
        </p:txBody>
      </p:sp>
      <p:sp>
        <p:nvSpPr>
          <p:cNvPr id="17" name="TextBox 16">
            <a:extLst>
              <a:ext uri="{FF2B5EF4-FFF2-40B4-BE49-F238E27FC236}">
                <a16:creationId xmlns:a16="http://schemas.microsoft.com/office/drawing/2014/main" id="{83260B05-C997-AA66-D38A-AFA7BF705C3F}"/>
              </a:ext>
            </a:extLst>
          </p:cNvPr>
          <p:cNvSpPr txBox="1"/>
          <p:nvPr/>
        </p:nvSpPr>
        <p:spPr>
          <a:xfrm>
            <a:off x="19139629" y="714907"/>
            <a:ext cx="1981200" cy="102592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fontAlgn="auto" latinLnBrk="0" hangingPunct="0">
              <a:lnSpc>
                <a:spcPct val="100000"/>
              </a:lnSpc>
              <a:spcBef>
                <a:spcPts val="0"/>
              </a:spcBef>
              <a:spcAft>
                <a:spcPts val="0"/>
              </a:spcAft>
              <a:buClrTx/>
              <a:buSzTx/>
              <a:buFontTx/>
              <a:buNone/>
              <a:tabLst/>
            </a:pPr>
            <a:r>
              <a:rPr kumimoji="0" lang="en-US" sz="3000" b="1" i="0" u="none" strike="noStrike" cap="none" spc="0" normalizeH="0" baseline="0" dirty="0">
                <a:ln>
                  <a:noFill/>
                </a:ln>
                <a:solidFill>
                  <a:schemeClr val="tx1"/>
                </a:solidFill>
                <a:effectLst/>
                <a:uFillTx/>
                <a:latin typeface="+mn-lt"/>
                <a:ea typeface="+mn-ea"/>
                <a:cs typeface="+mn-cs"/>
                <a:sym typeface="Poppins Light"/>
              </a:rPr>
              <a:t>No of Companies</a:t>
            </a:r>
            <a:endParaRPr kumimoji="0" lang="en-AE" sz="3000" b="1" i="0" u="none" strike="noStrike" cap="none" spc="0" normalizeH="0" baseline="0" dirty="0">
              <a:ln>
                <a:noFill/>
              </a:ln>
              <a:solidFill>
                <a:schemeClr val="tx1"/>
              </a:solidFill>
              <a:effectLst/>
              <a:uFillTx/>
              <a:latin typeface="+mn-lt"/>
              <a:ea typeface="+mn-ea"/>
              <a:cs typeface="+mn-cs"/>
              <a:sym typeface="Poppins Light"/>
            </a:endParaRPr>
          </a:p>
        </p:txBody>
      </p:sp>
      <p:sp>
        <p:nvSpPr>
          <p:cNvPr id="18" name="TextBox 17">
            <a:extLst>
              <a:ext uri="{FF2B5EF4-FFF2-40B4-BE49-F238E27FC236}">
                <a16:creationId xmlns:a16="http://schemas.microsoft.com/office/drawing/2014/main" id="{35A9016F-AEA8-316E-78FC-C44AC9FD1C10}"/>
              </a:ext>
            </a:extLst>
          </p:cNvPr>
          <p:cNvSpPr txBox="1"/>
          <p:nvPr/>
        </p:nvSpPr>
        <p:spPr>
          <a:xfrm>
            <a:off x="18852653" y="4967057"/>
            <a:ext cx="2575594" cy="102592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fontAlgn="auto" latinLnBrk="0" hangingPunct="0">
              <a:lnSpc>
                <a:spcPct val="100000"/>
              </a:lnSpc>
              <a:spcBef>
                <a:spcPts val="0"/>
              </a:spcBef>
              <a:spcAft>
                <a:spcPts val="0"/>
              </a:spcAft>
              <a:buClrTx/>
              <a:buSzTx/>
              <a:buFontTx/>
              <a:buNone/>
              <a:tabLst/>
            </a:pPr>
            <a:r>
              <a:rPr kumimoji="0" lang="en-US" sz="3000" b="1" i="0" u="none" strike="noStrike" cap="none" spc="0" normalizeH="0" baseline="0" dirty="0">
                <a:ln>
                  <a:noFill/>
                </a:ln>
                <a:solidFill>
                  <a:schemeClr val="tx1"/>
                </a:solidFill>
                <a:effectLst/>
                <a:uFillTx/>
                <a:latin typeface="+mn-lt"/>
                <a:ea typeface="+mn-ea"/>
                <a:cs typeface="+mn-cs"/>
                <a:sym typeface="Poppins Light"/>
              </a:rPr>
              <a:t>Partner Cards for Audit</a:t>
            </a:r>
            <a:endParaRPr kumimoji="0" lang="en-AE" sz="3000" b="1" i="0" u="none" strike="noStrike" cap="none" spc="0" normalizeH="0" baseline="0" dirty="0">
              <a:ln>
                <a:noFill/>
              </a:ln>
              <a:solidFill>
                <a:schemeClr val="tx1"/>
              </a:solidFill>
              <a:effectLst/>
              <a:uFillTx/>
              <a:latin typeface="+mn-lt"/>
              <a:ea typeface="+mn-ea"/>
              <a:cs typeface="+mn-cs"/>
              <a:sym typeface="Poppins Light"/>
            </a:endParaRPr>
          </a:p>
        </p:txBody>
      </p:sp>
      <p:sp>
        <p:nvSpPr>
          <p:cNvPr id="19" name="Arc 18">
            <a:extLst>
              <a:ext uri="{FF2B5EF4-FFF2-40B4-BE49-F238E27FC236}">
                <a16:creationId xmlns:a16="http://schemas.microsoft.com/office/drawing/2014/main" id="{5D0A7C4F-3E80-6BDE-3C84-CBE37E9EDB4D}"/>
              </a:ext>
            </a:extLst>
          </p:cNvPr>
          <p:cNvSpPr/>
          <p:nvPr/>
        </p:nvSpPr>
        <p:spPr>
          <a:xfrm rot="21388519">
            <a:off x="17540253" y="4832730"/>
            <a:ext cx="2341154" cy="707921"/>
          </a:xfrm>
          <a:prstGeom prst="arc">
            <a:avLst/>
          </a:prstGeom>
          <a:noFill/>
          <a:ln w="25400" cap="flat">
            <a:solidFill>
              <a:srgbClr val="FF0000"/>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AE" sz="1800" b="0" i="0" u="none" strike="noStrike" cap="none" spc="0" normalizeH="0" baseline="0">
              <a:ln>
                <a:noFill/>
              </a:ln>
              <a:solidFill>
                <a:srgbClr val="000000"/>
              </a:solidFill>
              <a:effectLst/>
              <a:uFillTx/>
            </a:endParaRPr>
          </a:p>
        </p:txBody>
      </p:sp>
      <p:sp>
        <p:nvSpPr>
          <p:cNvPr id="3" name="Text 4">
            <a:extLst>
              <a:ext uri="{FF2B5EF4-FFF2-40B4-BE49-F238E27FC236}">
                <a16:creationId xmlns:a16="http://schemas.microsoft.com/office/drawing/2014/main" id="{D4E718B0-D7AC-2FA9-7D99-6559C9C0373F}"/>
              </a:ext>
            </a:extLst>
          </p:cNvPr>
          <p:cNvSpPr/>
          <p:nvPr/>
        </p:nvSpPr>
        <p:spPr>
          <a:xfrm>
            <a:off x="1244599" y="1270001"/>
            <a:ext cx="21013821" cy="1333500"/>
          </a:xfrm>
          <a:prstGeom prst="rect">
            <a:avLst/>
          </a:prstGeom>
          <a:noFill/>
          <a:ln/>
        </p:spPr>
        <p:txBody>
          <a:bodyPr wrap="square" lIns="0" tIns="0" rIns="0" bIns="0" rtlCol="0" anchor="t"/>
          <a:lstStyle/>
          <a:p>
            <a:pPr>
              <a:lnSpc>
                <a:spcPts val="10500"/>
              </a:lnSpc>
            </a:pPr>
            <a:r>
              <a:rPr lang="en-US" sz="8000" dirty="0">
                <a:solidFill>
                  <a:srgbClr val="0D0D0D"/>
                </a:solidFill>
                <a:latin typeface="Inter Semi Bold" pitchFamily="34" charset="0"/>
                <a:ea typeface="Inter Semi Bold" pitchFamily="34" charset="-122"/>
              </a:rPr>
              <a:t>Error details &amp; examples</a:t>
            </a:r>
            <a:endParaRPr lang="en-US" sz="8000" dirty="0">
              <a:latin typeface="Inter" panose="02000503000000020004" pitchFamily="2" charset="0"/>
            </a:endParaRPr>
          </a:p>
        </p:txBody>
      </p:sp>
    </p:spTree>
    <p:extLst>
      <p:ext uri="{BB962C8B-B14F-4D97-AF65-F5344CB8AC3E}">
        <p14:creationId xmlns:p14="http://schemas.microsoft.com/office/powerpoint/2010/main" val="3673157468"/>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phone&#10;&#10;Description automatically generated">
            <a:extLst>
              <a:ext uri="{FF2B5EF4-FFF2-40B4-BE49-F238E27FC236}">
                <a16:creationId xmlns:a16="http://schemas.microsoft.com/office/drawing/2014/main" id="{B66CADE7-DE68-2092-5E6C-B4E2ADEE32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896446" y="1285875"/>
            <a:ext cx="5143500" cy="11144250"/>
          </a:xfrm>
          <a:prstGeom prst="rect">
            <a:avLst/>
          </a:prstGeom>
        </p:spPr>
      </p:pic>
      <p:pic>
        <p:nvPicPr>
          <p:cNvPr id="9" name="Picture 8" descr="A screenshot of a phone&#10;&#10;Description automatically generated">
            <a:extLst>
              <a:ext uri="{FF2B5EF4-FFF2-40B4-BE49-F238E27FC236}">
                <a16:creationId xmlns:a16="http://schemas.microsoft.com/office/drawing/2014/main" id="{5FE1F446-1267-AF4D-1768-9BD1F93E4B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09814" y="1285875"/>
            <a:ext cx="5143500" cy="11144250"/>
          </a:xfrm>
          <a:prstGeom prst="rect">
            <a:avLst/>
          </a:prstGeom>
        </p:spPr>
      </p:pic>
      <p:pic>
        <p:nvPicPr>
          <p:cNvPr id="11" name="Picture 10" descr="A screenshot of a phone&#10;&#10;Description automatically generated">
            <a:extLst>
              <a:ext uri="{FF2B5EF4-FFF2-40B4-BE49-F238E27FC236}">
                <a16:creationId xmlns:a16="http://schemas.microsoft.com/office/drawing/2014/main" id="{BA423034-5DC6-653F-32D4-222E362DCF40}"/>
              </a:ext>
            </a:extLst>
          </p:cNvPr>
          <p:cNvPicPr>
            <a:picLocks noChangeAspect="1"/>
          </p:cNvPicPr>
          <p:nvPr/>
        </p:nvPicPr>
        <p:blipFill rotWithShape="1">
          <a:blip r:embed="rId4">
            <a:extLst>
              <a:ext uri="{28A0092B-C50C-407E-A947-70E740481C1C}">
                <a14:useLocalDpi xmlns:a14="http://schemas.microsoft.com/office/drawing/2010/main" val="0"/>
              </a:ext>
            </a:extLst>
          </a:blip>
          <a:srcRect t="29257"/>
          <a:stretch/>
        </p:blipFill>
        <p:spPr>
          <a:xfrm>
            <a:off x="7807037" y="4562184"/>
            <a:ext cx="5143500" cy="7883815"/>
          </a:xfrm>
          <a:prstGeom prst="rect">
            <a:avLst/>
          </a:prstGeom>
        </p:spPr>
      </p:pic>
      <p:sp>
        <p:nvSpPr>
          <p:cNvPr id="13" name="Text 3">
            <a:extLst>
              <a:ext uri="{FF2B5EF4-FFF2-40B4-BE49-F238E27FC236}">
                <a16:creationId xmlns:a16="http://schemas.microsoft.com/office/drawing/2014/main" id="{F3A873CE-3EAE-139E-22BA-38EF881F869A}"/>
              </a:ext>
            </a:extLst>
          </p:cNvPr>
          <p:cNvSpPr/>
          <p:nvPr/>
        </p:nvSpPr>
        <p:spPr>
          <a:xfrm>
            <a:off x="20025820" y="12450009"/>
            <a:ext cx="2884752" cy="698500"/>
          </a:xfrm>
          <a:prstGeom prst="rect">
            <a:avLst/>
          </a:prstGeom>
          <a:noFill/>
          <a:ln/>
        </p:spPr>
        <p:txBody>
          <a:bodyPr wrap="square" lIns="0" tIns="0" rIns="0" bIns="0" rtlCol="0" anchor="t"/>
          <a:lstStyle/>
          <a:p>
            <a:pPr algn="ctr">
              <a:lnSpc>
                <a:spcPts val="5500"/>
              </a:lnSpc>
            </a:pPr>
            <a:r>
              <a:rPr lang="en-US" sz="3600" dirty="0">
                <a:solidFill>
                  <a:srgbClr val="0D0D0D"/>
                </a:solidFill>
                <a:latin typeface="Inter Semi Bold" pitchFamily="34" charset="0"/>
                <a:ea typeface="Inter Semi Bold" pitchFamily="34" charset="-122"/>
                <a:cs typeface="Inter Semi Bold" pitchFamily="34" charset="-120"/>
              </a:rPr>
              <a:t>Before</a:t>
            </a:r>
            <a:endParaRPr lang="en-US" sz="3600" dirty="0">
              <a:latin typeface="Inter" panose="02000503000000020004" pitchFamily="2" charset="0"/>
            </a:endParaRPr>
          </a:p>
        </p:txBody>
      </p:sp>
      <p:sp>
        <p:nvSpPr>
          <p:cNvPr id="14" name="Text 3">
            <a:extLst>
              <a:ext uri="{FF2B5EF4-FFF2-40B4-BE49-F238E27FC236}">
                <a16:creationId xmlns:a16="http://schemas.microsoft.com/office/drawing/2014/main" id="{50AF2527-E8A1-0076-B32E-D25322301C54}"/>
              </a:ext>
            </a:extLst>
          </p:cNvPr>
          <p:cNvSpPr/>
          <p:nvPr/>
        </p:nvSpPr>
        <p:spPr>
          <a:xfrm>
            <a:off x="11804392" y="12450009"/>
            <a:ext cx="2884752" cy="698500"/>
          </a:xfrm>
          <a:prstGeom prst="rect">
            <a:avLst/>
          </a:prstGeom>
          <a:noFill/>
          <a:ln/>
        </p:spPr>
        <p:txBody>
          <a:bodyPr wrap="square" lIns="0" tIns="0" rIns="0" bIns="0" rtlCol="0" anchor="t"/>
          <a:lstStyle/>
          <a:p>
            <a:pPr algn="ctr">
              <a:lnSpc>
                <a:spcPts val="5500"/>
              </a:lnSpc>
            </a:pPr>
            <a:r>
              <a:rPr lang="en-US" sz="3600" dirty="0">
                <a:solidFill>
                  <a:srgbClr val="0D0D0D"/>
                </a:solidFill>
                <a:latin typeface="Inter Semi Bold" pitchFamily="34" charset="0"/>
                <a:ea typeface="Inter Semi Bold" pitchFamily="34" charset="-122"/>
                <a:cs typeface="Inter Semi Bold" pitchFamily="34" charset="-120"/>
              </a:rPr>
              <a:t>After</a:t>
            </a:r>
            <a:endParaRPr lang="en-US" sz="3600" dirty="0">
              <a:latin typeface="Inter" panose="02000503000000020004" pitchFamily="2" charset="0"/>
            </a:endParaRPr>
          </a:p>
        </p:txBody>
      </p:sp>
      <p:sp>
        <p:nvSpPr>
          <p:cNvPr id="15" name="Text 0">
            <a:extLst>
              <a:ext uri="{FF2B5EF4-FFF2-40B4-BE49-F238E27FC236}">
                <a16:creationId xmlns:a16="http://schemas.microsoft.com/office/drawing/2014/main" id="{3F3E3AE7-7B47-9C48-1932-2CAC9E5D0CFE}"/>
              </a:ext>
            </a:extLst>
          </p:cNvPr>
          <p:cNvSpPr/>
          <p:nvPr/>
        </p:nvSpPr>
        <p:spPr>
          <a:xfrm>
            <a:off x="1135043" y="4451683"/>
            <a:ext cx="6577200" cy="8819147"/>
          </a:xfrm>
          <a:prstGeom prst="rect">
            <a:avLst/>
          </a:prstGeom>
          <a:noFill/>
          <a:ln/>
        </p:spPr>
        <p:txBody>
          <a:bodyPr wrap="square" lIns="0" tIns="0" rIns="0" bIns="0" rtlCol="0" anchor="t"/>
          <a:lstStyle/>
          <a:p>
            <a:pPr>
              <a:lnSpc>
                <a:spcPts val="4000"/>
              </a:lnSpc>
            </a:pPr>
            <a:r>
              <a:rPr lang="en-US" sz="2400" dirty="0">
                <a:solidFill>
                  <a:srgbClr val="0D0D0D"/>
                </a:solidFill>
                <a:latin typeface="Inter Regular" pitchFamily="34" charset="0"/>
                <a:ea typeface="Inter Regular" pitchFamily="34" charset="-122"/>
                <a:cs typeface="Inter Regular" pitchFamily="34" charset="-120"/>
              </a:rPr>
              <a:t>Error was calculated based on:</a:t>
            </a:r>
          </a:p>
          <a:p>
            <a:pPr>
              <a:lnSpc>
                <a:spcPts val="4000"/>
              </a:lnSpc>
            </a:pPr>
            <a:r>
              <a:rPr lang="en-US" sz="2400" dirty="0">
                <a:solidFill>
                  <a:srgbClr val="0D0D0D"/>
                </a:solidFill>
                <a:latin typeface="Inter Regular" pitchFamily="34" charset="0"/>
                <a:ea typeface="Inter Regular" pitchFamily="34" charset="-122"/>
                <a:cs typeface="Inter Regular" pitchFamily="34" charset="-120"/>
              </a:rPr>
              <a:t>1- incorrect name</a:t>
            </a:r>
          </a:p>
          <a:p>
            <a:pPr>
              <a:lnSpc>
                <a:spcPts val="4000"/>
              </a:lnSpc>
            </a:pPr>
            <a:r>
              <a:rPr lang="en-US" sz="2400" dirty="0">
                <a:solidFill>
                  <a:srgbClr val="0D0D0D"/>
                </a:solidFill>
                <a:latin typeface="Inter Regular" pitchFamily="34" charset="0"/>
                <a:ea typeface="Inter Regular" pitchFamily="34" charset="-122"/>
                <a:cs typeface="Inter Regular" pitchFamily="34" charset="-120"/>
              </a:rPr>
              <a:t>2- Incorrect legal name</a:t>
            </a:r>
          </a:p>
          <a:p>
            <a:pPr>
              <a:lnSpc>
                <a:spcPts val="4000"/>
              </a:lnSpc>
            </a:pPr>
            <a:r>
              <a:rPr lang="en-US" sz="2400" dirty="0">
                <a:solidFill>
                  <a:srgbClr val="0D0D0D"/>
                </a:solidFill>
                <a:latin typeface="Inter Regular" pitchFamily="34" charset="0"/>
                <a:ea typeface="Inter Regular" pitchFamily="34" charset="-122"/>
                <a:cs typeface="Inter Regular" pitchFamily="34" charset="-120"/>
              </a:rPr>
              <a:t>3- Added/updated Trade License</a:t>
            </a:r>
          </a:p>
          <a:p>
            <a:pPr>
              <a:lnSpc>
                <a:spcPts val="4000"/>
              </a:lnSpc>
            </a:pPr>
            <a:r>
              <a:rPr lang="en-US" sz="2400" dirty="0">
                <a:solidFill>
                  <a:srgbClr val="0D0D0D"/>
                </a:solidFill>
                <a:latin typeface="Inter Regular" pitchFamily="34" charset="0"/>
                <a:ea typeface="Inter Regular" pitchFamily="34" charset="-122"/>
                <a:cs typeface="Inter Regular" pitchFamily="34" charset="-120"/>
              </a:rPr>
              <a:t>4- Incorrect address</a:t>
            </a:r>
          </a:p>
          <a:p>
            <a:pPr>
              <a:lnSpc>
                <a:spcPts val="4000"/>
              </a:lnSpc>
            </a:pPr>
            <a:r>
              <a:rPr lang="en-US" sz="2400" dirty="0">
                <a:solidFill>
                  <a:srgbClr val="0D0D0D"/>
                </a:solidFill>
                <a:latin typeface="Inter Regular" pitchFamily="34" charset="0"/>
                <a:ea typeface="Inter Regular" pitchFamily="34" charset="-122"/>
                <a:cs typeface="Inter Regular" pitchFamily="34" charset="-120"/>
              </a:rPr>
              <a:t>5- Error/Added landmark (floor)</a:t>
            </a:r>
          </a:p>
          <a:p>
            <a:pPr>
              <a:lnSpc>
                <a:spcPts val="4000"/>
              </a:lnSpc>
            </a:pPr>
            <a:r>
              <a:rPr lang="en-US" sz="2400" dirty="0">
                <a:solidFill>
                  <a:srgbClr val="0D0D0D"/>
                </a:solidFill>
                <a:latin typeface="Inter Regular" pitchFamily="34" charset="0"/>
                <a:ea typeface="Inter Regular" pitchFamily="34" charset="-122"/>
                <a:cs typeface="Inter Regular" pitchFamily="34" charset="-120"/>
              </a:rPr>
              <a:t>6- Error in the organization's operating time</a:t>
            </a:r>
          </a:p>
          <a:p>
            <a:pPr>
              <a:lnSpc>
                <a:spcPts val="4000"/>
              </a:lnSpc>
            </a:pPr>
            <a:r>
              <a:rPr lang="en-US" sz="2400" dirty="0">
                <a:solidFill>
                  <a:srgbClr val="0D0D0D"/>
                </a:solidFill>
                <a:latin typeface="Inter Regular" pitchFamily="34" charset="0"/>
                <a:ea typeface="Inter Regular" pitchFamily="34" charset="-122"/>
                <a:cs typeface="Inter Regular" pitchFamily="34" charset="-120"/>
              </a:rPr>
              <a:t>7- "Temporarily closed" or "Opening soon" missing/incorrect</a:t>
            </a:r>
          </a:p>
          <a:p>
            <a:pPr>
              <a:lnSpc>
                <a:spcPts val="4000"/>
              </a:lnSpc>
            </a:pPr>
            <a:r>
              <a:rPr lang="en-US" sz="2400" dirty="0">
                <a:solidFill>
                  <a:srgbClr val="0D0D0D"/>
                </a:solidFill>
                <a:latin typeface="Inter Regular" pitchFamily="34" charset="0"/>
                <a:ea typeface="Inter Regular" pitchFamily="34" charset="-122"/>
                <a:cs typeface="Inter Regular" pitchFamily="34" charset="-120"/>
              </a:rPr>
              <a:t>8- Added/updated phone number</a:t>
            </a:r>
          </a:p>
          <a:p>
            <a:pPr>
              <a:lnSpc>
                <a:spcPts val="4000"/>
              </a:lnSpc>
            </a:pPr>
            <a:r>
              <a:rPr lang="en-US" sz="2400" dirty="0">
                <a:solidFill>
                  <a:srgbClr val="0D0D0D"/>
                </a:solidFill>
                <a:latin typeface="Inter Regular" pitchFamily="34" charset="0"/>
                <a:ea typeface="Inter Regular" pitchFamily="34" charset="-122"/>
                <a:cs typeface="Inter Regular" pitchFamily="34" charset="-120"/>
              </a:rPr>
              <a:t>9- Added/updated website, social networks, messengers</a:t>
            </a:r>
          </a:p>
          <a:p>
            <a:pPr>
              <a:lnSpc>
                <a:spcPts val="4000"/>
              </a:lnSpc>
            </a:pPr>
            <a:r>
              <a:rPr lang="en-US" sz="2400" dirty="0">
                <a:solidFill>
                  <a:srgbClr val="0D0D0D"/>
                </a:solidFill>
                <a:latin typeface="Inter Regular" pitchFamily="34" charset="0"/>
                <a:ea typeface="Inter Regular" pitchFamily="34" charset="-122"/>
                <a:cs typeface="Inter Regular" pitchFamily="34" charset="-120"/>
              </a:rPr>
              <a:t>10- Category updated</a:t>
            </a:r>
          </a:p>
          <a:p>
            <a:pPr>
              <a:lnSpc>
                <a:spcPts val="4000"/>
              </a:lnSpc>
            </a:pPr>
            <a:r>
              <a:rPr lang="en-US" sz="2400" dirty="0">
                <a:solidFill>
                  <a:srgbClr val="0D0D0D"/>
                </a:solidFill>
                <a:latin typeface="Inter Regular" pitchFamily="34" charset="0"/>
                <a:ea typeface="Inter Regular" pitchFamily="34" charset="-122"/>
                <a:cs typeface="Inter Regular" pitchFamily="34" charset="-120"/>
              </a:rPr>
              <a:t>11- Additional attributes adjusted</a:t>
            </a:r>
          </a:p>
          <a:p>
            <a:pPr>
              <a:lnSpc>
                <a:spcPts val="4000"/>
              </a:lnSpc>
            </a:pPr>
            <a:r>
              <a:rPr lang="en-US" sz="2400" dirty="0">
                <a:solidFill>
                  <a:srgbClr val="0D0D0D"/>
                </a:solidFill>
                <a:latin typeface="Inter Regular" pitchFamily="34" charset="0"/>
                <a:ea typeface="Inter Regular" pitchFamily="34" charset="-122"/>
                <a:cs typeface="Inter Regular" pitchFamily="34" charset="-120"/>
              </a:rPr>
              <a:t>12- Payment methods adjusted</a:t>
            </a:r>
          </a:p>
          <a:p>
            <a:pPr>
              <a:lnSpc>
                <a:spcPts val="4000"/>
              </a:lnSpc>
            </a:pPr>
            <a:endParaRPr lang="en-US" sz="2400" dirty="0">
              <a:solidFill>
                <a:srgbClr val="0D0D0D"/>
              </a:solidFill>
              <a:latin typeface="Inter Regular" pitchFamily="34" charset="0"/>
              <a:ea typeface="Inter Regular" pitchFamily="34" charset="-122"/>
              <a:cs typeface="Inter Regular" pitchFamily="34" charset="-120"/>
            </a:endParaRPr>
          </a:p>
        </p:txBody>
      </p:sp>
      <p:sp>
        <p:nvSpPr>
          <p:cNvPr id="20" name="Rectangle 19">
            <a:extLst>
              <a:ext uri="{FF2B5EF4-FFF2-40B4-BE49-F238E27FC236}">
                <a16:creationId xmlns:a16="http://schemas.microsoft.com/office/drawing/2014/main" id="{0AD07D08-4F84-F889-A3E9-478026DC2A9A}"/>
              </a:ext>
            </a:extLst>
          </p:cNvPr>
          <p:cNvSpPr/>
          <p:nvPr/>
        </p:nvSpPr>
        <p:spPr>
          <a:xfrm>
            <a:off x="12950537" y="8506326"/>
            <a:ext cx="3869610" cy="2851485"/>
          </a:xfrm>
          <a:prstGeom prst="rect">
            <a:avLst/>
          </a:prstGeom>
          <a:noFill/>
          <a:ln w="38100" cap="flat">
            <a:solidFill>
              <a:srgbClr val="FF000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AE" sz="3200" b="0" i="0" u="none" strike="noStrike" cap="none" spc="0" normalizeH="0" baseline="0">
              <a:ln>
                <a:noFill/>
              </a:ln>
              <a:solidFill>
                <a:srgbClr val="FFFFFF"/>
              </a:solidFill>
              <a:effectLst/>
              <a:uFillTx/>
              <a:latin typeface="Poppins Bold"/>
              <a:ea typeface="Poppins Bold"/>
              <a:cs typeface="Poppins Bold"/>
              <a:sym typeface="Poppins Bold"/>
            </a:endParaRPr>
          </a:p>
        </p:txBody>
      </p:sp>
      <p:sp>
        <p:nvSpPr>
          <p:cNvPr id="27" name="TextBox 26">
            <a:extLst>
              <a:ext uri="{FF2B5EF4-FFF2-40B4-BE49-F238E27FC236}">
                <a16:creationId xmlns:a16="http://schemas.microsoft.com/office/drawing/2014/main" id="{85E6D510-049A-045F-6D94-97A6EC46E722}"/>
              </a:ext>
            </a:extLst>
          </p:cNvPr>
          <p:cNvSpPr txBox="1"/>
          <p:nvPr/>
        </p:nvSpPr>
        <p:spPr>
          <a:xfrm>
            <a:off x="16108401" y="5236369"/>
            <a:ext cx="2249904" cy="5642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fontAlgn="auto" latinLnBrk="0" hangingPunct="0">
              <a:lnSpc>
                <a:spcPct val="100000"/>
              </a:lnSpc>
              <a:spcBef>
                <a:spcPts val="0"/>
              </a:spcBef>
              <a:spcAft>
                <a:spcPts val="0"/>
              </a:spcAft>
              <a:buClrTx/>
              <a:buSzTx/>
              <a:buFontTx/>
              <a:buNone/>
              <a:tabLst/>
            </a:pPr>
            <a:r>
              <a:rPr kumimoji="0" lang="en-US" sz="3000" b="1" i="0" u="none" strike="noStrike" cap="none" spc="0" normalizeH="0" baseline="0" dirty="0">
                <a:ln>
                  <a:noFill/>
                </a:ln>
                <a:solidFill>
                  <a:schemeClr val="accent3"/>
                </a:solidFill>
                <a:effectLst/>
                <a:uFillTx/>
                <a:latin typeface="+mn-lt"/>
                <a:ea typeface="+mn-ea"/>
                <a:cs typeface="+mn-cs"/>
                <a:sym typeface="Poppins Light"/>
              </a:rPr>
              <a:t>Updated Info</a:t>
            </a:r>
            <a:endParaRPr kumimoji="0" lang="en-AE" sz="3000" b="1" i="0" u="none" strike="noStrike" cap="none" spc="0" normalizeH="0" baseline="0" dirty="0">
              <a:ln>
                <a:noFill/>
              </a:ln>
              <a:solidFill>
                <a:schemeClr val="accent3"/>
              </a:solidFill>
              <a:effectLst/>
              <a:uFillTx/>
              <a:latin typeface="+mn-lt"/>
              <a:ea typeface="+mn-ea"/>
              <a:cs typeface="+mn-cs"/>
              <a:sym typeface="Poppins Light"/>
            </a:endParaRPr>
          </a:p>
        </p:txBody>
      </p:sp>
      <p:sp>
        <p:nvSpPr>
          <p:cNvPr id="28" name="TextBox 27">
            <a:extLst>
              <a:ext uri="{FF2B5EF4-FFF2-40B4-BE49-F238E27FC236}">
                <a16:creationId xmlns:a16="http://schemas.microsoft.com/office/drawing/2014/main" id="{504A86D3-4B74-5AA6-BD5E-EA500BAB927C}"/>
              </a:ext>
            </a:extLst>
          </p:cNvPr>
          <p:cNvSpPr txBox="1"/>
          <p:nvPr/>
        </p:nvSpPr>
        <p:spPr>
          <a:xfrm>
            <a:off x="10329842" y="9009438"/>
            <a:ext cx="1953569" cy="5642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fontAlgn="auto" latinLnBrk="0" hangingPunct="0">
              <a:lnSpc>
                <a:spcPct val="100000"/>
              </a:lnSpc>
              <a:spcBef>
                <a:spcPts val="0"/>
              </a:spcBef>
              <a:spcAft>
                <a:spcPts val="0"/>
              </a:spcAft>
              <a:buClrTx/>
              <a:buSzTx/>
              <a:buFontTx/>
              <a:buNone/>
              <a:tabLst/>
            </a:pPr>
            <a:r>
              <a:rPr kumimoji="0" lang="en-US" sz="3000" b="1" i="0" u="none" strike="noStrike" cap="none" spc="0" normalizeH="0" baseline="0" dirty="0">
                <a:ln>
                  <a:noFill/>
                </a:ln>
                <a:solidFill>
                  <a:srgbClr val="FF0000"/>
                </a:solidFill>
                <a:effectLst/>
                <a:uFillTx/>
                <a:latin typeface="+mn-lt"/>
                <a:ea typeface="+mn-ea"/>
                <a:cs typeface="+mn-cs"/>
                <a:sym typeface="Poppins Light"/>
              </a:rPr>
              <a:t>Added Info</a:t>
            </a:r>
            <a:endParaRPr kumimoji="0" lang="en-AE" sz="3000" b="1" i="0" u="none" strike="noStrike" cap="none" spc="0" normalizeH="0" baseline="0" dirty="0">
              <a:ln>
                <a:noFill/>
              </a:ln>
              <a:solidFill>
                <a:srgbClr val="FF0000"/>
              </a:solidFill>
              <a:effectLst/>
              <a:uFillTx/>
              <a:latin typeface="+mn-lt"/>
              <a:ea typeface="+mn-ea"/>
              <a:cs typeface="+mn-cs"/>
              <a:sym typeface="Poppins Light"/>
            </a:endParaRPr>
          </a:p>
        </p:txBody>
      </p:sp>
      <p:sp>
        <p:nvSpPr>
          <p:cNvPr id="29" name="TextBox 28">
            <a:extLst>
              <a:ext uri="{FF2B5EF4-FFF2-40B4-BE49-F238E27FC236}">
                <a16:creationId xmlns:a16="http://schemas.microsoft.com/office/drawing/2014/main" id="{37A27195-D326-7E3F-6084-D9BBEE1F920A}"/>
              </a:ext>
            </a:extLst>
          </p:cNvPr>
          <p:cNvSpPr txBox="1"/>
          <p:nvPr/>
        </p:nvSpPr>
        <p:spPr>
          <a:xfrm>
            <a:off x="14955253" y="11329710"/>
            <a:ext cx="1931041" cy="5642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fontAlgn="auto" latinLnBrk="0" hangingPunct="0">
              <a:lnSpc>
                <a:spcPct val="100000"/>
              </a:lnSpc>
              <a:spcBef>
                <a:spcPts val="0"/>
              </a:spcBef>
              <a:spcAft>
                <a:spcPts val="0"/>
              </a:spcAft>
              <a:buClrTx/>
              <a:buSzTx/>
              <a:buFontTx/>
              <a:buNone/>
              <a:tabLst/>
            </a:pPr>
            <a:r>
              <a:rPr kumimoji="0" lang="en-US" sz="3000" b="1" i="0" u="none" strike="noStrike" cap="none" spc="0" normalizeH="0" baseline="0" dirty="0">
                <a:ln>
                  <a:noFill/>
                </a:ln>
                <a:solidFill>
                  <a:srgbClr val="FF0000"/>
                </a:solidFill>
                <a:effectLst/>
                <a:uFillTx/>
                <a:latin typeface="+mn-lt"/>
                <a:ea typeface="+mn-ea"/>
                <a:cs typeface="+mn-cs"/>
                <a:sym typeface="Poppins Light"/>
              </a:rPr>
              <a:t>Added Info</a:t>
            </a:r>
            <a:endParaRPr kumimoji="0" lang="en-AE" sz="3000" b="1" i="0" u="none" strike="noStrike" cap="none" spc="0" normalizeH="0" baseline="0" dirty="0">
              <a:ln>
                <a:noFill/>
              </a:ln>
              <a:solidFill>
                <a:srgbClr val="FF0000"/>
              </a:solidFill>
              <a:effectLst/>
              <a:uFillTx/>
              <a:latin typeface="+mn-lt"/>
              <a:ea typeface="+mn-ea"/>
              <a:cs typeface="+mn-cs"/>
              <a:sym typeface="Poppins Light"/>
            </a:endParaRPr>
          </a:p>
        </p:txBody>
      </p:sp>
      <p:sp>
        <p:nvSpPr>
          <p:cNvPr id="31" name="Rectangle 30">
            <a:extLst>
              <a:ext uri="{FF2B5EF4-FFF2-40B4-BE49-F238E27FC236}">
                <a16:creationId xmlns:a16="http://schemas.microsoft.com/office/drawing/2014/main" id="{E4D34AC7-8103-26AD-9AEF-232F72A6890C}"/>
              </a:ext>
            </a:extLst>
          </p:cNvPr>
          <p:cNvSpPr/>
          <p:nvPr/>
        </p:nvSpPr>
        <p:spPr>
          <a:xfrm>
            <a:off x="7807037" y="5354053"/>
            <a:ext cx="4384963" cy="3657600"/>
          </a:xfrm>
          <a:prstGeom prst="rect">
            <a:avLst/>
          </a:prstGeom>
          <a:noFill/>
          <a:ln w="38100" cap="flat">
            <a:solidFill>
              <a:srgbClr val="FF000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AE" sz="3200" b="0" i="0" u="none" strike="noStrike" cap="none" spc="0" normalizeH="0" baseline="0">
              <a:ln>
                <a:noFill/>
              </a:ln>
              <a:solidFill>
                <a:srgbClr val="FFFFFF"/>
              </a:solidFill>
              <a:effectLst/>
              <a:uFillTx/>
              <a:latin typeface="Poppins Bold"/>
              <a:ea typeface="Poppins Bold"/>
              <a:cs typeface="Poppins Bold"/>
              <a:sym typeface="Poppins Bold"/>
            </a:endParaRPr>
          </a:p>
        </p:txBody>
      </p:sp>
      <p:sp>
        <p:nvSpPr>
          <p:cNvPr id="33" name="Rectangle 32">
            <a:extLst>
              <a:ext uri="{FF2B5EF4-FFF2-40B4-BE49-F238E27FC236}">
                <a16:creationId xmlns:a16="http://schemas.microsoft.com/office/drawing/2014/main" id="{629A85DB-D296-29B9-0283-B711DAA257B9}"/>
              </a:ext>
            </a:extLst>
          </p:cNvPr>
          <p:cNvSpPr/>
          <p:nvPr/>
        </p:nvSpPr>
        <p:spPr>
          <a:xfrm>
            <a:off x="12950537" y="3597442"/>
            <a:ext cx="4759946" cy="1756611"/>
          </a:xfrm>
          <a:prstGeom prst="rect">
            <a:avLst/>
          </a:prstGeom>
          <a:noFill/>
          <a:ln w="38100" cap="flat">
            <a:solidFill>
              <a:srgbClr val="00B05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AE" sz="3200" b="0" i="0" u="none" strike="noStrike" cap="none" spc="0" normalizeH="0" baseline="0">
              <a:ln>
                <a:noFill/>
              </a:ln>
              <a:solidFill>
                <a:srgbClr val="FFFFFF"/>
              </a:solidFill>
              <a:effectLst/>
              <a:uFillTx/>
              <a:latin typeface="Poppins Bold"/>
              <a:ea typeface="Poppins Bold"/>
              <a:cs typeface="Poppins Bold"/>
              <a:sym typeface="Poppins Bold"/>
            </a:endParaRPr>
          </a:p>
        </p:txBody>
      </p:sp>
      <p:sp>
        <p:nvSpPr>
          <p:cNvPr id="3" name="Text 4">
            <a:extLst>
              <a:ext uri="{FF2B5EF4-FFF2-40B4-BE49-F238E27FC236}">
                <a16:creationId xmlns:a16="http://schemas.microsoft.com/office/drawing/2014/main" id="{26669FBD-00EB-B1E9-B608-F80C4F702456}"/>
              </a:ext>
            </a:extLst>
          </p:cNvPr>
          <p:cNvSpPr/>
          <p:nvPr/>
        </p:nvSpPr>
        <p:spPr>
          <a:xfrm>
            <a:off x="1244600" y="1270001"/>
            <a:ext cx="5685589" cy="1333500"/>
          </a:xfrm>
          <a:prstGeom prst="rect">
            <a:avLst/>
          </a:prstGeom>
          <a:noFill/>
          <a:ln/>
        </p:spPr>
        <p:txBody>
          <a:bodyPr wrap="square" lIns="0" tIns="0" rIns="0" bIns="0" rtlCol="0" anchor="t"/>
          <a:lstStyle/>
          <a:p>
            <a:pPr>
              <a:lnSpc>
                <a:spcPts val="10500"/>
              </a:lnSpc>
            </a:pPr>
            <a:r>
              <a:rPr lang="en-US" sz="8000" dirty="0">
                <a:solidFill>
                  <a:srgbClr val="0D0D0D"/>
                </a:solidFill>
                <a:latin typeface="Inter Semi Bold" pitchFamily="34" charset="0"/>
                <a:ea typeface="Inter Semi Bold" pitchFamily="34" charset="-122"/>
              </a:rPr>
              <a:t>Error details &amp; examples</a:t>
            </a:r>
            <a:endParaRPr lang="en-US" sz="8000" dirty="0">
              <a:latin typeface="Inter" panose="02000503000000020004" pitchFamily="2" charset="0"/>
            </a:endParaRPr>
          </a:p>
        </p:txBody>
      </p:sp>
      <p:sp>
        <p:nvSpPr>
          <p:cNvPr id="2" name="Rectangle 1">
            <a:extLst>
              <a:ext uri="{FF2B5EF4-FFF2-40B4-BE49-F238E27FC236}">
                <a16:creationId xmlns:a16="http://schemas.microsoft.com/office/drawing/2014/main" id="{74BF6A8D-04AF-4AD4-8C29-EC6E5412E35A}"/>
              </a:ext>
            </a:extLst>
          </p:cNvPr>
          <p:cNvSpPr/>
          <p:nvPr/>
        </p:nvSpPr>
        <p:spPr>
          <a:xfrm>
            <a:off x="18686499" y="1082842"/>
            <a:ext cx="5569164" cy="12187988"/>
          </a:xfrm>
          <a:prstGeom prst="rect">
            <a:avLst/>
          </a:prstGeom>
          <a:noFill/>
          <a:ln w="76200" cap="flat">
            <a:solidFill>
              <a:srgbClr val="FFBA0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AE" sz="3200" b="0" i="0" u="none" strike="noStrike" cap="none" spc="0" normalizeH="0" baseline="0">
              <a:ln>
                <a:noFill/>
              </a:ln>
              <a:solidFill>
                <a:srgbClr val="FFFFFF"/>
              </a:solidFill>
              <a:effectLst/>
              <a:uFillTx/>
              <a:latin typeface="Poppins Bold"/>
              <a:ea typeface="Poppins Bold"/>
              <a:cs typeface="Poppins Bold"/>
              <a:sym typeface="Poppins Bold"/>
            </a:endParaRPr>
          </a:p>
        </p:txBody>
      </p:sp>
      <p:sp>
        <p:nvSpPr>
          <p:cNvPr id="4" name="Rectangle 3">
            <a:extLst>
              <a:ext uri="{FF2B5EF4-FFF2-40B4-BE49-F238E27FC236}">
                <a16:creationId xmlns:a16="http://schemas.microsoft.com/office/drawing/2014/main" id="{F24D2527-1674-EC7E-65ED-9776D10EFD04}"/>
              </a:ext>
            </a:extLst>
          </p:cNvPr>
          <p:cNvSpPr/>
          <p:nvPr/>
        </p:nvSpPr>
        <p:spPr>
          <a:xfrm>
            <a:off x="7543801" y="1082842"/>
            <a:ext cx="10563726" cy="12187988"/>
          </a:xfrm>
          <a:prstGeom prst="rect">
            <a:avLst/>
          </a:prstGeom>
          <a:noFill/>
          <a:ln w="76200" cap="flat">
            <a:solidFill>
              <a:srgbClr val="FFBA0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AE" sz="3200" b="0" i="0" u="none" strike="noStrike" cap="none" spc="0" normalizeH="0" baseline="0" dirty="0">
              <a:ln>
                <a:noFill/>
              </a:ln>
              <a:solidFill>
                <a:srgbClr val="FFFFFF"/>
              </a:solidFill>
              <a:effectLst/>
              <a:uFillTx/>
              <a:latin typeface="Poppins Bold"/>
              <a:ea typeface="Poppins Bold"/>
              <a:cs typeface="Poppins Bold"/>
              <a:sym typeface="Poppins Bold"/>
            </a:endParaRPr>
          </a:p>
        </p:txBody>
      </p:sp>
    </p:spTree>
    <p:extLst>
      <p:ext uri="{BB962C8B-B14F-4D97-AF65-F5344CB8AC3E}">
        <p14:creationId xmlns:p14="http://schemas.microsoft.com/office/powerpoint/2010/main" val="1826383348"/>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 name="Rectangle 3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3048" y="0"/>
            <a:ext cx="24377904" cy="13716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17191A57-03C6-FC75-4C4B-32D469AE39E0}"/>
              </a:ext>
            </a:extLst>
          </p:cNvPr>
          <p:cNvPicPr>
            <a:picLocks noChangeAspect="1"/>
          </p:cNvPicPr>
          <p:nvPr/>
        </p:nvPicPr>
        <p:blipFill rotWithShape="1">
          <a:blip r:embed="rId2"/>
          <a:srcRect b="2192"/>
          <a:stretch/>
        </p:blipFill>
        <p:spPr>
          <a:xfrm>
            <a:off x="20" y="2564"/>
            <a:ext cx="24383980" cy="13713436"/>
          </a:xfrm>
          <a:prstGeom prst="rect">
            <a:avLst/>
          </a:prstGeom>
        </p:spPr>
      </p:pic>
    </p:spTree>
    <p:extLst>
      <p:ext uri="{BB962C8B-B14F-4D97-AF65-F5344CB8AC3E}">
        <p14:creationId xmlns:p14="http://schemas.microsoft.com/office/powerpoint/2010/main" val="3768788016"/>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a:extLst>
              <a:ext uri="{FF2B5EF4-FFF2-40B4-BE49-F238E27FC236}">
                <a16:creationId xmlns:a16="http://schemas.microsoft.com/office/drawing/2014/main" id="{4AAF2755-3173-C943-DFD7-38901B0EB197}"/>
              </a:ext>
            </a:extLst>
          </p:cNvPr>
          <p:cNvSpPr/>
          <p:nvPr/>
        </p:nvSpPr>
        <p:spPr>
          <a:xfrm>
            <a:off x="907717" y="1285875"/>
            <a:ext cx="6323880" cy="2151859"/>
          </a:xfrm>
          <a:prstGeom prst="rect">
            <a:avLst/>
          </a:prstGeom>
        </p:spPr>
        <p:txBody>
          <a:bodyPr vert="horz" lIns="91440" tIns="45720" rIns="91440" bIns="45720" rtlCol="0" anchor="t">
            <a:normAutofit/>
          </a:bodyPr>
          <a:lstStyle/>
          <a:p>
            <a:pPr defTabSz="914400" hangingPunct="1">
              <a:lnSpc>
                <a:spcPct val="90000"/>
              </a:lnSpc>
              <a:spcBef>
                <a:spcPct val="0"/>
              </a:spcBef>
              <a:spcAft>
                <a:spcPts val="600"/>
              </a:spcAft>
            </a:pPr>
            <a:r>
              <a:rPr lang="en-US" sz="7200" kern="1200" dirty="0">
                <a:solidFill>
                  <a:schemeClr val="tx1">
                    <a:lumMod val="85000"/>
                    <a:lumOff val="15000"/>
                  </a:schemeClr>
                </a:solidFill>
                <a:latin typeface="+mj-lt"/>
                <a:ea typeface="+mj-ea"/>
                <a:cs typeface="+mj-cs"/>
              </a:rPr>
              <a:t>Calculations Formulas</a:t>
            </a:r>
          </a:p>
        </p:txBody>
      </p:sp>
      <p:sp>
        <p:nvSpPr>
          <p:cNvPr id="3" name="TextBox 2">
            <a:extLst>
              <a:ext uri="{FF2B5EF4-FFF2-40B4-BE49-F238E27FC236}">
                <a16:creationId xmlns:a16="http://schemas.microsoft.com/office/drawing/2014/main" id="{EEF55AF3-3C63-D412-08E9-0A678B342519}"/>
              </a:ext>
            </a:extLst>
          </p:cNvPr>
          <p:cNvSpPr txBox="1"/>
          <p:nvPr/>
        </p:nvSpPr>
        <p:spPr>
          <a:xfrm>
            <a:off x="8029126" y="3437734"/>
            <a:ext cx="10403305" cy="95410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ts val="7200"/>
              </a:lnSpc>
            </a:pPr>
            <a:r>
              <a:rPr lang="en-US" sz="5000" dirty="0">
                <a:solidFill>
                  <a:srgbClr val="0D0D0D"/>
                </a:solidFill>
                <a:latin typeface="Inter Regular" pitchFamily="34" charset="0"/>
                <a:ea typeface="Inter Regular" pitchFamily="34" charset="-122"/>
                <a:cs typeface="Inter Regular" pitchFamily="34" charset="-120"/>
              </a:rPr>
              <a:t>Completeness =  </a:t>
            </a:r>
            <a:endParaRPr lang="en-US" sz="5000" dirty="0">
              <a:latin typeface="Inter" panose="02000503000000020004" pitchFamily="2" charset="0"/>
            </a:endParaRPr>
          </a:p>
        </p:txBody>
      </p:sp>
      <p:sp>
        <p:nvSpPr>
          <p:cNvPr id="4" name="TextBox 3">
            <a:extLst>
              <a:ext uri="{FF2B5EF4-FFF2-40B4-BE49-F238E27FC236}">
                <a16:creationId xmlns:a16="http://schemas.microsoft.com/office/drawing/2014/main" id="{BC1236D4-1FE1-409B-CB13-93D1CE460164}"/>
              </a:ext>
            </a:extLst>
          </p:cNvPr>
          <p:cNvSpPr txBox="1"/>
          <p:nvPr/>
        </p:nvSpPr>
        <p:spPr>
          <a:xfrm>
            <a:off x="13768188" y="2900755"/>
            <a:ext cx="9549011" cy="95410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ts val="7200"/>
              </a:lnSpc>
            </a:pPr>
            <a:r>
              <a:rPr lang="en-US" sz="5000" dirty="0">
                <a:solidFill>
                  <a:srgbClr val="0D0D0D"/>
                </a:solidFill>
                <a:latin typeface="Inter Regular" pitchFamily="34" charset="0"/>
                <a:ea typeface="Inter Regular" pitchFamily="34" charset="-122"/>
              </a:rPr>
              <a:t>n – Not found Firms </a:t>
            </a:r>
            <a:endParaRPr lang="en-US" sz="5000" dirty="0">
              <a:latin typeface="Inter" panose="02000503000000020004" pitchFamily="2" charset="0"/>
            </a:endParaRPr>
          </a:p>
        </p:txBody>
      </p:sp>
      <p:cxnSp>
        <p:nvCxnSpPr>
          <p:cNvPr id="6" name="Straight Connector 5">
            <a:extLst>
              <a:ext uri="{FF2B5EF4-FFF2-40B4-BE49-F238E27FC236}">
                <a16:creationId xmlns:a16="http://schemas.microsoft.com/office/drawing/2014/main" id="{C362B61A-D5E4-31D1-0486-09F7E81657C6}"/>
              </a:ext>
            </a:extLst>
          </p:cNvPr>
          <p:cNvCxnSpPr>
            <a:cxnSpLocks/>
          </p:cNvCxnSpPr>
          <p:nvPr/>
        </p:nvCxnSpPr>
        <p:spPr>
          <a:xfrm>
            <a:off x="12396588" y="4035701"/>
            <a:ext cx="8681453" cy="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7" name="TextBox 6">
            <a:extLst>
              <a:ext uri="{FF2B5EF4-FFF2-40B4-BE49-F238E27FC236}">
                <a16:creationId xmlns:a16="http://schemas.microsoft.com/office/drawing/2014/main" id="{53B83D10-DFA5-B9F1-1776-95F5B193962F}"/>
              </a:ext>
            </a:extLst>
          </p:cNvPr>
          <p:cNvSpPr txBox="1"/>
          <p:nvPr/>
        </p:nvSpPr>
        <p:spPr>
          <a:xfrm>
            <a:off x="12312367" y="4066933"/>
            <a:ext cx="11498128" cy="95410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ts val="7200"/>
              </a:lnSpc>
            </a:pPr>
            <a:r>
              <a:rPr lang="en-US" sz="5000" dirty="0">
                <a:solidFill>
                  <a:srgbClr val="0D0D0D"/>
                </a:solidFill>
                <a:latin typeface="Inter Regular" pitchFamily="34" charset="0"/>
                <a:ea typeface="Inter Regular" pitchFamily="34" charset="-122"/>
              </a:rPr>
              <a:t>n – Not found Firms + New Firms </a:t>
            </a:r>
            <a:endParaRPr lang="en-US" sz="5000" dirty="0">
              <a:latin typeface="Inter" panose="02000503000000020004" pitchFamily="2" charset="0"/>
            </a:endParaRPr>
          </a:p>
        </p:txBody>
      </p:sp>
      <p:sp>
        <p:nvSpPr>
          <p:cNvPr id="11" name="TextBox 10">
            <a:extLst>
              <a:ext uri="{FF2B5EF4-FFF2-40B4-BE49-F238E27FC236}">
                <a16:creationId xmlns:a16="http://schemas.microsoft.com/office/drawing/2014/main" id="{C97AD492-7C23-DC8C-E8EA-365B43111619}"/>
              </a:ext>
            </a:extLst>
          </p:cNvPr>
          <p:cNvSpPr txBox="1"/>
          <p:nvPr/>
        </p:nvSpPr>
        <p:spPr>
          <a:xfrm>
            <a:off x="8029126" y="4586306"/>
            <a:ext cx="7479610" cy="8694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ts val="7200"/>
              </a:lnSpc>
            </a:pPr>
            <a:r>
              <a:rPr lang="en-US" sz="2500" dirty="0">
                <a:solidFill>
                  <a:srgbClr val="0D0D0D"/>
                </a:solidFill>
                <a:latin typeface="Inter Regular" pitchFamily="34" charset="0"/>
                <a:ea typeface="Inter Regular" pitchFamily="34" charset="-122"/>
                <a:cs typeface="Inter Regular" pitchFamily="34" charset="-120"/>
              </a:rPr>
              <a:t>Where n = Number of audited organizations</a:t>
            </a:r>
            <a:endParaRPr lang="en-US" sz="2500" dirty="0">
              <a:latin typeface="Inter" panose="02000503000000020004" pitchFamily="2" charset="0"/>
            </a:endParaRPr>
          </a:p>
        </p:txBody>
      </p:sp>
      <p:sp>
        <p:nvSpPr>
          <p:cNvPr id="15" name="TextBox 14">
            <a:extLst>
              <a:ext uri="{FF2B5EF4-FFF2-40B4-BE49-F238E27FC236}">
                <a16:creationId xmlns:a16="http://schemas.microsoft.com/office/drawing/2014/main" id="{481FB3DA-1234-3FA0-9557-1A0577251B28}"/>
              </a:ext>
            </a:extLst>
          </p:cNvPr>
          <p:cNvSpPr txBox="1"/>
          <p:nvPr/>
        </p:nvSpPr>
        <p:spPr>
          <a:xfrm>
            <a:off x="8029126" y="7739294"/>
            <a:ext cx="15288074" cy="95410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ts val="7200"/>
              </a:lnSpc>
            </a:pPr>
            <a:r>
              <a:rPr lang="en-US" sz="5000" dirty="0">
                <a:solidFill>
                  <a:srgbClr val="0D0D0D"/>
                </a:solidFill>
                <a:latin typeface="Inter Regular" pitchFamily="34" charset="0"/>
                <a:ea typeface="Inter Regular" pitchFamily="34" charset="-122"/>
                <a:cs typeface="Inter Regular" pitchFamily="34" charset="-120"/>
              </a:rPr>
              <a:t>Completeness =  						= 72.73%  </a:t>
            </a:r>
            <a:endParaRPr lang="en-US" sz="5000" dirty="0">
              <a:latin typeface="Inter" panose="02000503000000020004" pitchFamily="2" charset="0"/>
            </a:endParaRPr>
          </a:p>
        </p:txBody>
      </p:sp>
      <p:sp>
        <p:nvSpPr>
          <p:cNvPr id="16" name="TextBox 15">
            <a:extLst>
              <a:ext uri="{FF2B5EF4-FFF2-40B4-BE49-F238E27FC236}">
                <a16:creationId xmlns:a16="http://schemas.microsoft.com/office/drawing/2014/main" id="{03A30B64-4F0C-4C4A-3DAF-2B989834E729}"/>
              </a:ext>
            </a:extLst>
          </p:cNvPr>
          <p:cNvSpPr txBox="1"/>
          <p:nvPr/>
        </p:nvSpPr>
        <p:spPr>
          <a:xfrm>
            <a:off x="13336749" y="7202315"/>
            <a:ext cx="3737759" cy="95410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ts val="7200"/>
              </a:lnSpc>
            </a:pPr>
            <a:r>
              <a:rPr lang="en-US" sz="5000" dirty="0">
                <a:solidFill>
                  <a:srgbClr val="0D0D0D"/>
                </a:solidFill>
                <a:latin typeface="Inter Regular" pitchFamily="34" charset="0"/>
                <a:ea typeface="Inter Regular" pitchFamily="34" charset="-122"/>
              </a:rPr>
              <a:t>87 – 55</a:t>
            </a:r>
            <a:endParaRPr lang="en-US" sz="5000" dirty="0">
              <a:latin typeface="Inter" panose="02000503000000020004" pitchFamily="2" charset="0"/>
            </a:endParaRPr>
          </a:p>
        </p:txBody>
      </p:sp>
      <p:cxnSp>
        <p:nvCxnSpPr>
          <p:cNvPr id="17" name="Straight Connector 16">
            <a:extLst>
              <a:ext uri="{FF2B5EF4-FFF2-40B4-BE49-F238E27FC236}">
                <a16:creationId xmlns:a16="http://schemas.microsoft.com/office/drawing/2014/main" id="{686A0692-4888-7B99-A78F-17EB035E2C8F}"/>
              </a:ext>
            </a:extLst>
          </p:cNvPr>
          <p:cNvCxnSpPr>
            <a:cxnSpLocks/>
          </p:cNvCxnSpPr>
          <p:nvPr/>
        </p:nvCxnSpPr>
        <p:spPr>
          <a:xfrm>
            <a:off x="12396588" y="8337261"/>
            <a:ext cx="4064309" cy="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18" name="TextBox 17">
            <a:extLst>
              <a:ext uri="{FF2B5EF4-FFF2-40B4-BE49-F238E27FC236}">
                <a16:creationId xmlns:a16="http://schemas.microsoft.com/office/drawing/2014/main" id="{23D2B1FF-8CF9-E0F9-17D3-32507642FC0F}"/>
              </a:ext>
            </a:extLst>
          </p:cNvPr>
          <p:cNvSpPr txBox="1"/>
          <p:nvPr/>
        </p:nvSpPr>
        <p:spPr>
          <a:xfrm>
            <a:off x="12723138" y="8531727"/>
            <a:ext cx="4953624" cy="95410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ts val="7200"/>
              </a:lnSpc>
            </a:pPr>
            <a:r>
              <a:rPr lang="en-US" sz="5000" dirty="0">
                <a:solidFill>
                  <a:srgbClr val="0D0D0D"/>
                </a:solidFill>
                <a:latin typeface="Inter Regular" pitchFamily="34" charset="0"/>
                <a:ea typeface="Inter Regular" pitchFamily="34" charset="-122"/>
              </a:rPr>
              <a:t>87 – 55 + 12</a:t>
            </a:r>
            <a:endParaRPr lang="en-US" sz="5000" dirty="0">
              <a:latin typeface="Inter" panose="02000503000000020004" pitchFamily="2" charset="0"/>
            </a:endParaRPr>
          </a:p>
        </p:txBody>
      </p:sp>
      <p:sp>
        <p:nvSpPr>
          <p:cNvPr id="24" name="TextBox 23">
            <a:extLst>
              <a:ext uri="{FF2B5EF4-FFF2-40B4-BE49-F238E27FC236}">
                <a16:creationId xmlns:a16="http://schemas.microsoft.com/office/drawing/2014/main" id="{884E2F5B-CE01-BAA9-456E-4E252E51B96D}"/>
              </a:ext>
            </a:extLst>
          </p:cNvPr>
          <p:cNvSpPr txBox="1"/>
          <p:nvPr/>
        </p:nvSpPr>
        <p:spPr>
          <a:xfrm>
            <a:off x="8029125" y="9848037"/>
            <a:ext cx="16804053" cy="187743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ts val="7200"/>
              </a:lnSpc>
            </a:pPr>
            <a:r>
              <a:rPr lang="en-US" sz="5000" dirty="0">
                <a:solidFill>
                  <a:srgbClr val="0D0D0D"/>
                </a:solidFill>
                <a:latin typeface="Inter Regular" pitchFamily="34" charset="0"/>
                <a:ea typeface="Inter Regular" pitchFamily="34" charset="-122"/>
                <a:cs typeface="Inter Regular" pitchFamily="34" charset="-120"/>
              </a:rPr>
              <a:t>32 found firm on field from MOMRA data out of 44 with a completeness level of 72.73%</a:t>
            </a:r>
            <a:endParaRPr lang="en-US" sz="5000" dirty="0">
              <a:latin typeface="Inter" panose="02000503000000020004" pitchFamily="2" charset="0"/>
            </a:endParaRPr>
          </a:p>
        </p:txBody>
      </p:sp>
      <p:pic>
        <p:nvPicPr>
          <p:cNvPr id="26" name="Picture 25">
            <a:extLst>
              <a:ext uri="{FF2B5EF4-FFF2-40B4-BE49-F238E27FC236}">
                <a16:creationId xmlns:a16="http://schemas.microsoft.com/office/drawing/2014/main" id="{302D4140-677F-4098-8A8D-E54F99BA58F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73751" y="4476627"/>
            <a:ext cx="5827893" cy="8914520"/>
          </a:xfrm>
          <a:prstGeom prst="rect">
            <a:avLst/>
          </a:prstGeom>
        </p:spPr>
      </p:pic>
    </p:spTree>
    <p:extLst>
      <p:ext uri="{BB962C8B-B14F-4D97-AF65-F5344CB8AC3E}">
        <p14:creationId xmlns:p14="http://schemas.microsoft.com/office/powerpoint/2010/main" val="3668380584"/>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a:extLst>
              <a:ext uri="{FF2B5EF4-FFF2-40B4-BE49-F238E27FC236}">
                <a16:creationId xmlns:a16="http://schemas.microsoft.com/office/drawing/2014/main" id="{4AAF2755-3173-C943-DFD7-38901B0EB197}"/>
              </a:ext>
            </a:extLst>
          </p:cNvPr>
          <p:cNvSpPr/>
          <p:nvPr/>
        </p:nvSpPr>
        <p:spPr>
          <a:xfrm>
            <a:off x="907717" y="1285875"/>
            <a:ext cx="6323880" cy="2151859"/>
          </a:xfrm>
          <a:prstGeom prst="rect">
            <a:avLst/>
          </a:prstGeom>
        </p:spPr>
        <p:txBody>
          <a:bodyPr vert="horz" lIns="91440" tIns="45720" rIns="91440" bIns="45720" rtlCol="0" anchor="t">
            <a:normAutofit/>
          </a:bodyPr>
          <a:lstStyle/>
          <a:p>
            <a:pPr defTabSz="914400" hangingPunct="1">
              <a:lnSpc>
                <a:spcPct val="90000"/>
              </a:lnSpc>
              <a:spcBef>
                <a:spcPct val="0"/>
              </a:spcBef>
              <a:spcAft>
                <a:spcPts val="600"/>
              </a:spcAft>
            </a:pPr>
            <a:r>
              <a:rPr lang="en-US" sz="7200" kern="1200" dirty="0">
                <a:solidFill>
                  <a:schemeClr val="tx1">
                    <a:lumMod val="85000"/>
                    <a:lumOff val="15000"/>
                  </a:schemeClr>
                </a:solidFill>
                <a:latin typeface="+mj-lt"/>
                <a:ea typeface="+mj-ea"/>
                <a:cs typeface="+mj-cs"/>
              </a:rPr>
              <a:t>Calculations Formulas</a:t>
            </a:r>
          </a:p>
        </p:txBody>
      </p:sp>
      <p:sp>
        <p:nvSpPr>
          <p:cNvPr id="3" name="TextBox 2">
            <a:extLst>
              <a:ext uri="{FF2B5EF4-FFF2-40B4-BE49-F238E27FC236}">
                <a16:creationId xmlns:a16="http://schemas.microsoft.com/office/drawing/2014/main" id="{EEF55AF3-3C63-D412-08E9-0A678B342519}"/>
              </a:ext>
            </a:extLst>
          </p:cNvPr>
          <p:cNvSpPr txBox="1"/>
          <p:nvPr/>
        </p:nvSpPr>
        <p:spPr>
          <a:xfrm>
            <a:off x="8029126" y="3437734"/>
            <a:ext cx="10403305" cy="95410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ts val="7200"/>
              </a:lnSpc>
            </a:pPr>
            <a:r>
              <a:rPr lang="en-US" sz="5000" dirty="0">
                <a:solidFill>
                  <a:srgbClr val="0D0D0D"/>
                </a:solidFill>
                <a:latin typeface="Inter Regular" pitchFamily="34" charset="0"/>
                <a:ea typeface="Inter Regular" pitchFamily="34" charset="-122"/>
                <a:cs typeface="Inter Regular" pitchFamily="34" charset="-120"/>
              </a:rPr>
              <a:t>Accuracy = 1 –     </a:t>
            </a:r>
            <a:endParaRPr lang="en-US" sz="5000" dirty="0">
              <a:latin typeface="Inter" panose="02000503000000020004" pitchFamily="2" charset="0"/>
            </a:endParaRPr>
          </a:p>
        </p:txBody>
      </p:sp>
      <p:sp>
        <p:nvSpPr>
          <p:cNvPr id="4" name="TextBox 3">
            <a:extLst>
              <a:ext uri="{FF2B5EF4-FFF2-40B4-BE49-F238E27FC236}">
                <a16:creationId xmlns:a16="http://schemas.microsoft.com/office/drawing/2014/main" id="{BC1236D4-1FE1-409B-CB13-93D1CE460164}"/>
              </a:ext>
            </a:extLst>
          </p:cNvPr>
          <p:cNvSpPr txBox="1"/>
          <p:nvPr/>
        </p:nvSpPr>
        <p:spPr>
          <a:xfrm>
            <a:off x="12191999" y="2900755"/>
            <a:ext cx="12653211" cy="95410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ts val="7200"/>
              </a:lnSpc>
            </a:pPr>
            <a:r>
              <a:rPr lang="en-US" sz="5000" dirty="0">
                <a:solidFill>
                  <a:srgbClr val="0D0D0D"/>
                </a:solidFill>
                <a:latin typeface="Inter Regular" pitchFamily="34" charset="0"/>
                <a:ea typeface="Inter Regular" pitchFamily="34" charset="-122"/>
              </a:rPr>
              <a:t>Incorrect firms attributes * error weight</a:t>
            </a:r>
            <a:endParaRPr lang="en-US" sz="5000" dirty="0">
              <a:latin typeface="Inter" panose="02000503000000020004" pitchFamily="2" charset="0"/>
            </a:endParaRPr>
          </a:p>
        </p:txBody>
      </p:sp>
      <p:cxnSp>
        <p:nvCxnSpPr>
          <p:cNvPr id="6" name="Straight Connector 5">
            <a:extLst>
              <a:ext uri="{FF2B5EF4-FFF2-40B4-BE49-F238E27FC236}">
                <a16:creationId xmlns:a16="http://schemas.microsoft.com/office/drawing/2014/main" id="{C362B61A-D5E4-31D1-0486-09F7E81657C6}"/>
              </a:ext>
            </a:extLst>
          </p:cNvPr>
          <p:cNvCxnSpPr>
            <a:cxnSpLocks/>
          </p:cNvCxnSpPr>
          <p:nvPr/>
        </p:nvCxnSpPr>
        <p:spPr>
          <a:xfrm>
            <a:off x="12339049" y="4035701"/>
            <a:ext cx="10978151" cy="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7" name="TextBox 6">
            <a:extLst>
              <a:ext uri="{FF2B5EF4-FFF2-40B4-BE49-F238E27FC236}">
                <a16:creationId xmlns:a16="http://schemas.microsoft.com/office/drawing/2014/main" id="{53B83D10-DFA5-B9F1-1776-95F5B193962F}"/>
              </a:ext>
            </a:extLst>
          </p:cNvPr>
          <p:cNvSpPr txBox="1"/>
          <p:nvPr/>
        </p:nvSpPr>
        <p:spPr>
          <a:xfrm>
            <a:off x="15782721" y="4109715"/>
            <a:ext cx="6894477" cy="95410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ts val="7200"/>
              </a:lnSpc>
            </a:pPr>
            <a:r>
              <a:rPr lang="en-US" sz="5000" dirty="0">
                <a:solidFill>
                  <a:srgbClr val="0D0D0D"/>
                </a:solidFill>
                <a:latin typeface="Inter Regular" pitchFamily="34" charset="0"/>
                <a:ea typeface="Inter Regular" pitchFamily="34" charset="-122"/>
              </a:rPr>
              <a:t>Found Firms</a:t>
            </a:r>
            <a:endParaRPr lang="en-US" sz="5000" dirty="0">
              <a:latin typeface="Inter" panose="02000503000000020004" pitchFamily="2" charset="0"/>
            </a:endParaRPr>
          </a:p>
        </p:txBody>
      </p:sp>
      <p:sp>
        <p:nvSpPr>
          <p:cNvPr id="15" name="TextBox 14">
            <a:extLst>
              <a:ext uri="{FF2B5EF4-FFF2-40B4-BE49-F238E27FC236}">
                <a16:creationId xmlns:a16="http://schemas.microsoft.com/office/drawing/2014/main" id="{481FB3DA-1234-3FA0-9557-1A0577251B28}"/>
              </a:ext>
            </a:extLst>
          </p:cNvPr>
          <p:cNvSpPr txBox="1"/>
          <p:nvPr/>
        </p:nvSpPr>
        <p:spPr>
          <a:xfrm>
            <a:off x="8029126" y="7739294"/>
            <a:ext cx="15288074" cy="95410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ts val="7200"/>
              </a:lnSpc>
            </a:pPr>
            <a:r>
              <a:rPr lang="en-US" sz="5000" dirty="0">
                <a:solidFill>
                  <a:srgbClr val="0D0D0D"/>
                </a:solidFill>
                <a:latin typeface="Inter Regular" pitchFamily="34" charset="0"/>
                <a:ea typeface="Inter Regular" pitchFamily="34" charset="-122"/>
                <a:cs typeface="Inter Regular" pitchFamily="34" charset="-120"/>
              </a:rPr>
              <a:t>Accuracy = 1 – 				= 59.03%  </a:t>
            </a:r>
            <a:endParaRPr lang="en-US" sz="5000" dirty="0">
              <a:latin typeface="Inter" panose="02000503000000020004" pitchFamily="2" charset="0"/>
            </a:endParaRPr>
          </a:p>
        </p:txBody>
      </p:sp>
      <p:sp>
        <p:nvSpPr>
          <p:cNvPr id="16" name="TextBox 15">
            <a:extLst>
              <a:ext uri="{FF2B5EF4-FFF2-40B4-BE49-F238E27FC236}">
                <a16:creationId xmlns:a16="http://schemas.microsoft.com/office/drawing/2014/main" id="{03A30B64-4F0C-4C4A-3DAF-2B989834E729}"/>
              </a:ext>
            </a:extLst>
          </p:cNvPr>
          <p:cNvSpPr txBox="1"/>
          <p:nvPr/>
        </p:nvSpPr>
        <p:spPr>
          <a:xfrm>
            <a:off x="12452530" y="7202315"/>
            <a:ext cx="3737759" cy="95410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ts val="7200"/>
              </a:lnSpc>
            </a:pPr>
            <a:r>
              <a:rPr lang="en-US" sz="5000" dirty="0">
                <a:solidFill>
                  <a:srgbClr val="0D0D0D"/>
                </a:solidFill>
                <a:latin typeface="Inter Regular" pitchFamily="34" charset="0"/>
                <a:ea typeface="Inter Regular" pitchFamily="34" charset="-122"/>
              </a:rPr>
              <a:t>18.55 </a:t>
            </a:r>
            <a:endParaRPr lang="en-US" sz="5000" dirty="0">
              <a:latin typeface="Inter" panose="02000503000000020004" pitchFamily="2" charset="0"/>
            </a:endParaRPr>
          </a:p>
        </p:txBody>
      </p:sp>
      <p:cxnSp>
        <p:nvCxnSpPr>
          <p:cNvPr id="17" name="Straight Connector 16">
            <a:extLst>
              <a:ext uri="{FF2B5EF4-FFF2-40B4-BE49-F238E27FC236}">
                <a16:creationId xmlns:a16="http://schemas.microsoft.com/office/drawing/2014/main" id="{686A0692-4888-7B99-A78F-17EB035E2C8F}"/>
              </a:ext>
            </a:extLst>
          </p:cNvPr>
          <p:cNvCxnSpPr>
            <a:cxnSpLocks/>
          </p:cNvCxnSpPr>
          <p:nvPr/>
        </p:nvCxnSpPr>
        <p:spPr>
          <a:xfrm>
            <a:off x="12407796" y="8337261"/>
            <a:ext cx="1600200" cy="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18" name="TextBox 17">
            <a:extLst>
              <a:ext uri="{FF2B5EF4-FFF2-40B4-BE49-F238E27FC236}">
                <a16:creationId xmlns:a16="http://schemas.microsoft.com/office/drawing/2014/main" id="{23D2B1FF-8CF9-E0F9-17D3-32507642FC0F}"/>
              </a:ext>
            </a:extLst>
          </p:cNvPr>
          <p:cNvSpPr txBox="1"/>
          <p:nvPr/>
        </p:nvSpPr>
        <p:spPr>
          <a:xfrm>
            <a:off x="12642156" y="8531727"/>
            <a:ext cx="3358508" cy="95410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ts val="7200"/>
              </a:lnSpc>
            </a:pPr>
            <a:r>
              <a:rPr lang="en-US" sz="5000" dirty="0">
                <a:solidFill>
                  <a:srgbClr val="0D0D0D"/>
                </a:solidFill>
                <a:latin typeface="Inter Regular" pitchFamily="34" charset="0"/>
                <a:ea typeface="Inter Regular" pitchFamily="34" charset="-122"/>
              </a:rPr>
              <a:t>32</a:t>
            </a:r>
            <a:endParaRPr lang="en-US" sz="5000" dirty="0">
              <a:latin typeface="Inter" panose="02000503000000020004" pitchFamily="2" charset="0"/>
            </a:endParaRPr>
          </a:p>
        </p:txBody>
      </p:sp>
      <p:sp>
        <p:nvSpPr>
          <p:cNvPr id="24" name="TextBox 23">
            <a:extLst>
              <a:ext uri="{FF2B5EF4-FFF2-40B4-BE49-F238E27FC236}">
                <a16:creationId xmlns:a16="http://schemas.microsoft.com/office/drawing/2014/main" id="{884E2F5B-CE01-BAA9-456E-4E252E51B96D}"/>
              </a:ext>
            </a:extLst>
          </p:cNvPr>
          <p:cNvSpPr txBox="1"/>
          <p:nvPr/>
        </p:nvSpPr>
        <p:spPr>
          <a:xfrm>
            <a:off x="8029125" y="9848037"/>
            <a:ext cx="16707801" cy="187743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ts val="7200"/>
              </a:lnSpc>
            </a:pPr>
            <a:r>
              <a:rPr lang="en-US" sz="5000" dirty="0">
                <a:solidFill>
                  <a:srgbClr val="0D0D0D"/>
                </a:solidFill>
                <a:latin typeface="Inter Regular" pitchFamily="34" charset="0"/>
                <a:ea typeface="Inter Regular" pitchFamily="34" charset="-122"/>
                <a:cs typeface="Inter Regular" pitchFamily="34" charset="-120"/>
              </a:rPr>
              <a:t>13.11 weighted firms error out of 32 from MOMRA data with an accuracy level of 49.03%</a:t>
            </a:r>
            <a:endParaRPr lang="en-US" sz="5000" dirty="0">
              <a:latin typeface="Inter" panose="02000503000000020004" pitchFamily="2" charset="0"/>
            </a:endParaRPr>
          </a:p>
        </p:txBody>
      </p:sp>
      <p:pic>
        <p:nvPicPr>
          <p:cNvPr id="13" name="Picture 12">
            <a:extLst>
              <a:ext uri="{FF2B5EF4-FFF2-40B4-BE49-F238E27FC236}">
                <a16:creationId xmlns:a16="http://schemas.microsoft.com/office/drawing/2014/main" id="{35753BFE-8F9D-8E9E-910D-0328D0A7186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73751" y="4476627"/>
            <a:ext cx="5827893" cy="8914520"/>
          </a:xfrm>
          <a:prstGeom prst="rect">
            <a:avLst/>
          </a:prstGeom>
        </p:spPr>
      </p:pic>
    </p:spTree>
    <p:extLst>
      <p:ext uri="{BB962C8B-B14F-4D97-AF65-F5344CB8AC3E}">
        <p14:creationId xmlns:p14="http://schemas.microsoft.com/office/powerpoint/2010/main" val="3968859877"/>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a:extLst>
              <a:ext uri="{FF2B5EF4-FFF2-40B4-BE49-F238E27FC236}">
                <a16:creationId xmlns:a16="http://schemas.microsoft.com/office/drawing/2014/main" id="{4AAF2755-3173-C943-DFD7-38901B0EB197}"/>
              </a:ext>
            </a:extLst>
          </p:cNvPr>
          <p:cNvSpPr/>
          <p:nvPr/>
        </p:nvSpPr>
        <p:spPr>
          <a:xfrm>
            <a:off x="907717" y="1285875"/>
            <a:ext cx="6323880" cy="2151859"/>
          </a:xfrm>
          <a:prstGeom prst="rect">
            <a:avLst/>
          </a:prstGeom>
        </p:spPr>
        <p:txBody>
          <a:bodyPr vert="horz" lIns="91440" tIns="45720" rIns="91440" bIns="45720" rtlCol="0" anchor="t">
            <a:normAutofit/>
          </a:bodyPr>
          <a:lstStyle/>
          <a:p>
            <a:pPr defTabSz="914400" hangingPunct="1">
              <a:lnSpc>
                <a:spcPct val="90000"/>
              </a:lnSpc>
              <a:spcBef>
                <a:spcPct val="0"/>
              </a:spcBef>
              <a:spcAft>
                <a:spcPts val="600"/>
              </a:spcAft>
            </a:pPr>
            <a:r>
              <a:rPr lang="en-US" sz="7200" kern="1200" dirty="0">
                <a:solidFill>
                  <a:schemeClr val="tx1">
                    <a:lumMod val="85000"/>
                    <a:lumOff val="15000"/>
                  </a:schemeClr>
                </a:solidFill>
                <a:latin typeface="+mj-lt"/>
                <a:ea typeface="+mj-ea"/>
                <a:cs typeface="+mj-cs"/>
              </a:rPr>
              <a:t>Calculations Formulas</a:t>
            </a:r>
          </a:p>
        </p:txBody>
      </p:sp>
      <p:sp>
        <p:nvSpPr>
          <p:cNvPr id="3" name="TextBox 2">
            <a:extLst>
              <a:ext uri="{FF2B5EF4-FFF2-40B4-BE49-F238E27FC236}">
                <a16:creationId xmlns:a16="http://schemas.microsoft.com/office/drawing/2014/main" id="{EEF55AF3-3C63-D412-08E9-0A678B342519}"/>
              </a:ext>
            </a:extLst>
          </p:cNvPr>
          <p:cNvSpPr txBox="1"/>
          <p:nvPr/>
        </p:nvSpPr>
        <p:spPr>
          <a:xfrm>
            <a:off x="8029126" y="3437734"/>
            <a:ext cx="10403305" cy="95410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ts val="7200"/>
              </a:lnSpc>
            </a:pPr>
            <a:r>
              <a:rPr lang="en-US" sz="5000" dirty="0">
                <a:solidFill>
                  <a:srgbClr val="0D0D0D"/>
                </a:solidFill>
                <a:latin typeface="Inter Regular" pitchFamily="34" charset="0"/>
                <a:ea typeface="Inter Regular" pitchFamily="34" charset="-122"/>
                <a:cs typeface="Inter Regular" pitchFamily="34" charset="-120"/>
              </a:rPr>
              <a:t>Creditability = 1 –     </a:t>
            </a:r>
            <a:endParaRPr lang="en-US" sz="5000" dirty="0">
              <a:latin typeface="Inter" panose="02000503000000020004" pitchFamily="2" charset="0"/>
            </a:endParaRPr>
          </a:p>
        </p:txBody>
      </p:sp>
      <p:sp>
        <p:nvSpPr>
          <p:cNvPr id="4" name="TextBox 3">
            <a:extLst>
              <a:ext uri="{FF2B5EF4-FFF2-40B4-BE49-F238E27FC236}">
                <a16:creationId xmlns:a16="http://schemas.microsoft.com/office/drawing/2014/main" id="{BC1236D4-1FE1-409B-CB13-93D1CE460164}"/>
              </a:ext>
            </a:extLst>
          </p:cNvPr>
          <p:cNvSpPr txBox="1"/>
          <p:nvPr/>
        </p:nvSpPr>
        <p:spPr>
          <a:xfrm>
            <a:off x="13768189" y="2900755"/>
            <a:ext cx="6323880" cy="95410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ts val="7200"/>
              </a:lnSpc>
            </a:pPr>
            <a:r>
              <a:rPr lang="en-US" sz="5000" dirty="0">
                <a:solidFill>
                  <a:srgbClr val="0D0D0D"/>
                </a:solidFill>
                <a:latin typeface="Inter Regular" pitchFamily="34" charset="0"/>
                <a:ea typeface="Inter Regular" pitchFamily="34" charset="-122"/>
              </a:rPr>
              <a:t>Not found Firms </a:t>
            </a:r>
            <a:endParaRPr lang="en-US" sz="5000" dirty="0">
              <a:latin typeface="Inter" panose="02000503000000020004" pitchFamily="2" charset="0"/>
            </a:endParaRPr>
          </a:p>
        </p:txBody>
      </p:sp>
      <p:cxnSp>
        <p:nvCxnSpPr>
          <p:cNvPr id="6" name="Straight Connector 5">
            <a:extLst>
              <a:ext uri="{FF2B5EF4-FFF2-40B4-BE49-F238E27FC236}">
                <a16:creationId xmlns:a16="http://schemas.microsoft.com/office/drawing/2014/main" id="{C362B61A-D5E4-31D1-0486-09F7E81657C6}"/>
              </a:ext>
            </a:extLst>
          </p:cNvPr>
          <p:cNvCxnSpPr>
            <a:cxnSpLocks/>
          </p:cNvCxnSpPr>
          <p:nvPr/>
        </p:nvCxnSpPr>
        <p:spPr>
          <a:xfrm>
            <a:off x="13336749" y="4035701"/>
            <a:ext cx="5312198" cy="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7" name="TextBox 6">
            <a:extLst>
              <a:ext uri="{FF2B5EF4-FFF2-40B4-BE49-F238E27FC236}">
                <a16:creationId xmlns:a16="http://schemas.microsoft.com/office/drawing/2014/main" id="{53B83D10-DFA5-B9F1-1776-95F5B193962F}"/>
              </a:ext>
            </a:extLst>
          </p:cNvPr>
          <p:cNvSpPr txBox="1"/>
          <p:nvPr/>
        </p:nvSpPr>
        <p:spPr>
          <a:xfrm>
            <a:off x="15508736" y="4109715"/>
            <a:ext cx="6894477" cy="95410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ts val="7200"/>
              </a:lnSpc>
            </a:pPr>
            <a:r>
              <a:rPr lang="en-US" sz="5000" dirty="0">
                <a:solidFill>
                  <a:srgbClr val="0D0D0D"/>
                </a:solidFill>
                <a:latin typeface="Inter Regular" pitchFamily="34" charset="0"/>
                <a:ea typeface="Inter Regular" pitchFamily="34" charset="-122"/>
              </a:rPr>
              <a:t>n</a:t>
            </a:r>
            <a:endParaRPr lang="en-US" sz="5000" dirty="0">
              <a:latin typeface="Inter" panose="02000503000000020004" pitchFamily="2" charset="0"/>
            </a:endParaRPr>
          </a:p>
        </p:txBody>
      </p:sp>
      <p:sp>
        <p:nvSpPr>
          <p:cNvPr id="11" name="TextBox 10">
            <a:extLst>
              <a:ext uri="{FF2B5EF4-FFF2-40B4-BE49-F238E27FC236}">
                <a16:creationId xmlns:a16="http://schemas.microsoft.com/office/drawing/2014/main" id="{C97AD492-7C23-DC8C-E8EA-365B43111619}"/>
              </a:ext>
            </a:extLst>
          </p:cNvPr>
          <p:cNvSpPr txBox="1"/>
          <p:nvPr/>
        </p:nvSpPr>
        <p:spPr>
          <a:xfrm>
            <a:off x="8029126" y="4586306"/>
            <a:ext cx="7479610" cy="8694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ts val="7200"/>
              </a:lnSpc>
            </a:pPr>
            <a:r>
              <a:rPr lang="en-US" sz="2500" dirty="0">
                <a:solidFill>
                  <a:srgbClr val="0D0D0D"/>
                </a:solidFill>
                <a:latin typeface="Inter Regular" pitchFamily="34" charset="0"/>
                <a:ea typeface="Inter Regular" pitchFamily="34" charset="-122"/>
                <a:cs typeface="Inter Regular" pitchFamily="34" charset="-120"/>
              </a:rPr>
              <a:t>Where n = Number of audited organizations</a:t>
            </a:r>
            <a:endParaRPr lang="en-US" sz="2500" dirty="0">
              <a:latin typeface="Inter" panose="02000503000000020004" pitchFamily="2" charset="0"/>
            </a:endParaRPr>
          </a:p>
        </p:txBody>
      </p:sp>
      <p:sp>
        <p:nvSpPr>
          <p:cNvPr id="15" name="TextBox 14">
            <a:extLst>
              <a:ext uri="{FF2B5EF4-FFF2-40B4-BE49-F238E27FC236}">
                <a16:creationId xmlns:a16="http://schemas.microsoft.com/office/drawing/2014/main" id="{481FB3DA-1234-3FA0-9557-1A0577251B28}"/>
              </a:ext>
            </a:extLst>
          </p:cNvPr>
          <p:cNvSpPr txBox="1"/>
          <p:nvPr/>
        </p:nvSpPr>
        <p:spPr>
          <a:xfrm>
            <a:off x="8029126" y="7739294"/>
            <a:ext cx="15288074" cy="95410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ts val="7200"/>
              </a:lnSpc>
            </a:pPr>
            <a:r>
              <a:rPr lang="en-US" sz="5000" dirty="0">
                <a:solidFill>
                  <a:srgbClr val="0D0D0D"/>
                </a:solidFill>
                <a:latin typeface="Inter Regular" pitchFamily="34" charset="0"/>
                <a:ea typeface="Inter Regular" pitchFamily="34" charset="-122"/>
                <a:cs typeface="Inter Regular" pitchFamily="34" charset="-120"/>
              </a:rPr>
              <a:t>Creditability = 1 – 				= 36.78%  </a:t>
            </a:r>
            <a:endParaRPr lang="en-US" sz="5000" dirty="0">
              <a:latin typeface="Inter" panose="02000503000000020004" pitchFamily="2" charset="0"/>
            </a:endParaRPr>
          </a:p>
        </p:txBody>
      </p:sp>
      <p:sp>
        <p:nvSpPr>
          <p:cNvPr id="16" name="TextBox 15">
            <a:extLst>
              <a:ext uri="{FF2B5EF4-FFF2-40B4-BE49-F238E27FC236}">
                <a16:creationId xmlns:a16="http://schemas.microsoft.com/office/drawing/2014/main" id="{03A30B64-4F0C-4C4A-3DAF-2B989834E729}"/>
              </a:ext>
            </a:extLst>
          </p:cNvPr>
          <p:cNvSpPr txBox="1"/>
          <p:nvPr/>
        </p:nvSpPr>
        <p:spPr>
          <a:xfrm>
            <a:off x="13336749" y="7202315"/>
            <a:ext cx="3737759" cy="95410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ts val="7200"/>
              </a:lnSpc>
            </a:pPr>
            <a:r>
              <a:rPr lang="en-US" sz="5000" dirty="0">
                <a:solidFill>
                  <a:srgbClr val="0D0D0D"/>
                </a:solidFill>
                <a:latin typeface="Inter Regular" pitchFamily="34" charset="0"/>
                <a:ea typeface="Inter Regular" pitchFamily="34" charset="-122"/>
              </a:rPr>
              <a:t>55</a:t>
            </a:r>
            <a:endParaRPr lang="en-US" sz="5000" dirty="0">
              <a:latin typeface="Inter" panose="02000503000000020004" pitchFamily="2" charset="0"/>
            </a:endParaRPr>
          </a:p>
        </p:txBody>
      </p:sp>
      <p:cxnSp>
        <p:nvCxnSpPr>
          <p:cNvPr id="17" name="Straight Connector 16">
            <a:extLst>
              <a:ext uri="{FF2B5EF4-FFF2-40B4-BE49-F238E27FC236}">
                <a16:creationId xmlns:a16="http://schemas.microsoft.com/office/drawing/2014/main" id="{686A0692-4888-7B99-A78F-17EB035E2C8F}"/>
              </a:ext>
            </a:extLst>
          </p:cNvPr>
          <p:cNvCxnSpPr>
            <a:cxnSpLocks/>
          </p:cNvCxnSpPr>
          <p:nvPr/>
        </p:nvCxnSpPr>
        <p:spPr>
          <a:xfrm>
            <a:off x="13102389" y="8337261"/>
            <a:ext cx="1600200" cy="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18" name="TextBox 17">
            <a:extLst>
              <a:ext uri="{FF2B5EF4-FFF2-40B4-BE49-F238E27FC236}">
                <a16:creationId xmlns:a16="http://schemas.microsoft.com/office/drawing/2014/main" id="{23D2B1FF-8CF9-E0F9-17D3-32507642FC0F}"/>
              </a:ext>
            </a:extLst>
          </p:cNvPr>
          <p:cNvSpPr txBox="1"/>
          <p:nvPr/>
        </p:nvSpPr>
        <p:spPr>
          <a:xfrm>
            <a:off x="13336749" y="8531727"/>
            <a:ext cx="3358508" cy="95410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ts val="7200"/>
              </a:lnSpc>
            </a:pPr>
            <a:r>
              <a:rPr lang="en-US" sz="5000" dirty="0">
                <a:solidFill>
                  <a:srgbClr val="0D0D0D"/>
                </a:solidFill>
                <a:latin typeface="Inter Regular" pitchFamily="34" charset="0"/>
                <a:ea typeface="Inter Regular" pitchFamily="34" charset="-122"/>
              </a:rPr>
              <a:t>87</a:t>
            </a:r>
            <a:endParaRPr lang="en-US" sz="5000" dirty="0">
              <a:latin typeface="Inter" panose="02000503000000020004" pitchFamily="2" charset="0"/>
            </a:endParaRPr>
          </a:p>
        </p:txBody>
      </p:sp>
      <p:sp>
        <p:nvSpPr>
          <p:cNvPr id="24" name="TextBox 23">
            <a:extLst>
              <a:ext uri="{FF2B5EF4-FFF2-40B4-BE49-F238E27FC236}">
                <a16:creationId xmlns:a16="http://schemas.microsoft.com/office/drawing/2014/main" id="{884E2F5B-CE01-BAA9-456E-4E252E51B96D}"/>
              </a:ext>
            </a:extLst>
          </p:cNvPr>
          <p:cNvSpPr txBox="1"/>
          <p:nvPr/>
        </p:nvSpPr>
        <p:spPr>
          <a:xfrm>
            <a:off x="8029125" y="9848037"/>
            <a:ext cx="16707801" cy="187743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ts val="7200"/>
              </a:lnSpc>
            </a:pPr>
            <a:r>
              <a:rPr lang="en-US" sz="5000" dirty="0">
                <a:solidFill>
                  <a:srgbClr val="0D0D0D"/>
                </a:solidFill>
                <a:latin typeface="Inter Regular" pitchFamily="34" charset="0"/>
                <a:ea typeface="Inter Regular" pitchFamily="34" charset="-122"/>
                <a:cs typeface="Inter Regular" pitchFamily="34" charset="-120"/>
              </a:rPr>
              <a:t>55 not found firms out of 87 audited organizations from MOMRA data with a creditability level of 36.78%</a:t>
            </a:r>
            <a:endParaRPr lang="en-US" sz="5000" dirty="0">
              <a:latin typeface="Inter" panose="02000503000000020004" pitchFamily="2" charset="0"/>
            </a:endParaRPr>
          </a:p>
        </p:txBody>
      </p:sp>
      <p:pic>
        <p:nvPicPr>
          <p:cNvPr id="10" name="Picture 9">
            <a:extLst>
              <a:ext uri="{FF2B5EF4-FFF2-40B4-BE49-F238E27FC236}">
                <a16:creationId xmlns:a16="http://schemas.microsoft.com/office/drawing/2014/main" id="{6DF4389A-7F75-42C9-1973-734F7D0239B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73751" y="4476627"/>
            <a:ext cx="5827893" cy="8914520"/>
          </a:xfrm>
          <a:prstGeom prst="rect">
            <a:avLst/>
          </a:prstGeom>
        </p:spPr>
      </p:pic>
    </p:spTree>
    <p:extLst>
      <p:ext uri="{BB962C8B-B14F-4D97-AF65-F5344CB8AC3E}">
        <p14:creationId xmlns:p14="http://schemas.microsoft.com/office/powerpoint/2010/main" val="4187361374"/>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3" name="Rectangle 62">
            <a:extLst>
              <a:ext uri="{FF2B5EF4-FFF2-40B4-BE49-F238E27FC236}">
                <a16:creationId xmlns:a16="http://schemas.microsoft.com/office/drawing/2014/main" id="{C3896A03-3945-419A-B66B-4EE266EDD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0" y="0"/>
            <a:ext cx="12166894" cy="13716002"/>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2"/>
          <p:cNvSpPr/>
          <p:nvPr/>
        </p:nvSpPr>
        <p:spPr>
          <a:xfrm>
            <a:off x="2311112" y="12429060"/>
            <a:ext cx="9855802" cy="1275510"/>
          </a:xfrm>
          <a:prstGeom prst="rect">
            <a:avLst/>
          </a:prstGeom>
        </p:spPr>
        <p:txBody>
          <a:bodyPr vert="horz" lIns="91440" tIns="45720" rIns="91440" bIns="45720" rtlCol="0" anchor="b">
            <a:normAutofit fontScale="92500" lnSpcReduction="10000"/>
          </a:bodyPr>
          <a:lstStyle/>
          <a:p>
            <a:pPr defTabSz="914400" hangingPunct="1">
              <a:lnSpc>
                <a:spcPct val="90000"/>
              </a:lnSpc>
              <a:spcBef>
                <a:spcPct val="0"/>
              </a:spcBef>
              <a:spcAft>
                <a:spcPts val="600"/>
              </a:spcAft>
            </a:pPr>
            <a:r>
              <a:rPr lang="en-US" sz="4800" b="1" kern="1200" dirty="0">
                <a:solidFill>
                  <a:schemeClr val="bg1"/>
                </a:solidFill>
                <a:latin typeface="+mj-lt"/>
                <a:ea typeface="+mj-ea"/>
                <a:cs typeface="+mj-cs"/>
              </a:rPr>
              <a:t>Audit Data</a:t>
            </a:r>
          </a:p>
          <a:p>
            <a:pPr defTabSz="914400" hangingPunct="1">
              <a:lnSpc>
                <a:spcPct val="90000"/>
              </a:lnSpc>
              <a:spcBef>
                <a:spcPct val="0"/>
              </a:spcBef>
              <a:spcAft>
                <a:spcPts val="600"/>
              </a:spcAft>
            </a:pPr>
            <a:r>
              <a:rPr lang="en-US" sz="4800" b="1" kern="1200" dirty="0">
                <a:solidFill>
                  <a:schemeClr val="bg1"/>
                </a:solidFill>
                <a:latin typeface="+mj-lt"/>
                <a:ea typeface="+mj-ea"/>
                <a:cs typeface="+mj-cs"/>
              </a:rPr>
              <a:t>Table Summary</a:t>
            </a:r>
          </a:p>
        </p:txBody>
      </p:sp>
      <p:sp>
        <p:nvSpPr>
          <p:cNvPr id="64" name="Rectangle 63">
            <a:extLst>
              <a:ext uri="{FF2B5EF4-FFF2-40B4-BE49-F238E27FC236}">
                <a16:creationId xmlns:a16="http://schemas.microsoft.com/office/drawing/2014/main" id="{B34F5AD2-EDBD-4BBD-A55C-EAFFD0C709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192000" y="0"/>
            <a:ext cx="12191980" cy="1371600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5457D490-1D51-B500-9136-A6424B20B804}"/>
              </a:ext>
            </a:extLst>
          </p:cNvPr>
          <p:cNvPicPr>
            <a:picLocks noChangeAspect="1"/>
          </p:cNvPicPr>
          <p:nvPr/>
        </p:nvPicPr>
        <p:blipFill rotWithShape="1">
          <a:blip r:embed="rId3">
            <a:extLst>
              <a:ext uri="{28A0092B-C50C-407E-A947-70E740481C1C}">
                <a14:useLocalDpi xmlns:a14="http://schemas.microsoft.com/office/drawing/2010/main" val="0"/>
              </a:ext>
            </a:extLst>
          </a:blip>
          <a:srcRect b="1932"/>
          <a:stretch/>
        </p:blipFill>
        <p:spPr>
          <a:xfrm>
            <a:off x="2311112" y="1275522"/>
            <a:ext cx="19779530" cy="11153526"/>
          </a:xfrm>
          <a:prstGeom prst="rect">
            <a:avLst/>
          </a:prstGeom>
        </p:spPr>
      </p:pic>
    </p:spTree>
    <p:extLst>
      <p:ext uri="{BB962C8B-B14F-4D97-AF65-F5344CB8AC3E}">
        <p14:creationId xmlns:p14="http://schemas.microsoft.com/office/powerpoint/2010/main" val="3727895765"/>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15EEFD4-4FDA-D702-06FC-AB3AC7BB48B6}"/>
              </a:ext>
            </a:extLst>
          </p:cNvPr>
          <p:cNvSpPr txBox="1"/>
          <p:nvPr/>
        </p:nvSpPr>
        <p:spPr>
          <a:xfrm>
            <a:off x="240631" y="4390601"/>
            <a:ext cx="9047747" cy="741741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ts val="7200"/>
              </a:lnSpc>
            </a:pPr>
            <a:r>
              <a:rPr lang="en-US" sz="5000" dirty="0">
                <a:solidFill>
                  <a:srgbClr val="FF0000"/>
                </a:solidFill>
                <a:latin typeface="Inter Regular" pitchFamily="34" charset="0"/>
                <a:ea typeface="Inter Regular" pitchFamily="34" charset="-122"/>
                <a:cs typeface="Inter Regular" pitchFamily="34" charset="-120"/>
              </a:rPr>
              <a:t>1- Most of company names are only the legal name and missing brand name</a:t>
            </a:r>
          </a:p>
          <a:p>
            <a:pPr>
              <a:lnSpc>
                <a:spcPts val="7200"/>
              </a:lnSpc>
            </a:pPr>
            <a:r>
              <a:rPr lang="en-US" sz="5000" dirty="0">
                <a:solidFill>
                  <a:srgbClr val="00B050"/>
                </a:solidFill>
                <a:latin typeface="Inter Regular" pitchFamily="34" charset="0"/>
                <a:ea typeface="Inter Regular" pitchFamily="34" charset="-122"/>
              </a:rPr>
              <a:t>2- some company categories are incorrect</a:t>
            </a:r>
          </a:p>
          <a:p>
            <a:pPr>
              <a:lnSpc>
                <a:spcPts val="7200"/>
              </a:lnSpc>
            </a:pPr>
            <a:r>
              <a:rPr lang="en-US" sz="5000" dirty="0">
                <a:solidFill>
                  <a:schemeClr val="accent1"/>
                </a:solidFill>
                <a:latin typeface="Inter Regular" pitchFamily="34" charset="0"/>
                <a:ea typeface="Inter Regular" pitchFamily="34" charset="-122"/>
              </a:rPr>
              <a:t>3- Contact numbers are incorrect</a:t>
            </a:r>
          </a:p>
          <a:p>
            <a:pPr>
              <a:lnSpc>
                <a:spcPts val="7200"/>
              </a:lnSpc>
            </a:pPr>
            <a:r>
              <a:rPr lang="en-US" sz="5000" dirty="0">
                <a:solidFill>
                  <a:schemeClr val="tx1"/>
                </a:solidFill>
                <a:latin typeface="Inter Regular" pitchFamily="34" charset="0"/>
                <a:ea typeface="Inter Regular" pitchFamily="34" charset="-122"/>
              </a:rPr>
              <a:t>4- Most of companies are not found</a:t>
            </a:r>
            <a:endParaRPr lang="en-US" sz="5000" dirty="0">
              <a:solidFill>
                <a:schemeClr val="tx1"/>
              </a:solidFill>
              <a:latin typeface="Inter" panose="02000503000000020004" pitchFamily="2" charset="0"/>
            </a:endParaRPr>
          </a:p>
        </p:txBody>
      </p:sp>
      <p:pic>
        <p:nvPicPr>
          <p:cNvPr id="3" name="Picture 2" descr="A screenshot of a phone&#10;&#10;Description automatically generated">
            <a:extLst>
              <a:ext uri="{FF2B5EF4-FFF2-40B4-BE49-F238E27FC236}">
                <a16:creationId xmlns:a16="http://schemas.microsoft.com/office/drawing/2014/main" id="{082992F7-0411-8E00-BD36-D34C343A58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216436" y="1285875"/>
            <a:ext cx="5143500" cy="11144250"/>
          </a:xfrm>
          <a:prstGeom prst="rect">
            <a:avLst/>
          </a:prstGeom>
        </p:spPr>
      </p:pic>
      <p:pic>
        <p:nvPicPr>
          <p:cNvPr id="8" name="Picture 7" descr="A screenshot of a phone&#10;&#10;Description automatically generated">
            <a:extLst>
              <a:ext uri="{FF2B5EF4-FFF2-40B4-BE49-F238E27FC236}">
                <a16:creationId xmlns:a16="http://schemas.microsoft.com/office/drawing/2014/main" id="{EEAB30BE-E8BE-71A5-F491-7977994CCB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048872" y="1285875"/>
            <a:ext cx="5143500" cy="11144250"/>
          </a:xfrm>
          <a:prstGeom prst="rect">
            <a:avLst/>
          </a:prstGeom>
        </p:spPr>
      </p:pic>
      <p:pic>
        <p:nvPicPr>
          <p:cNvPr id="10" name="Picture 9" descr="A screenshot of a phone&#10;&#10;Description automatically generated">
            <a:extLst>
              <a:ext uri="{FF2B5EF4-FFF2-40B4-BE49-F238E27FC236}">
                <a16:creationId xmlns:a16="http://schemas.microsoft.com/office/drawing/2014/main" id="{B4E19EA5-7751-60A1-AFD5-5D74135A100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81308" y="1285875"/>
            <a:ext cx="5143500" cy="11144250"/>
          </a:xfrm>
          <a:prstGeom prst="rect">
            <a:avLst/>
          </a:prstGeom>
        </p:spPr>
      </p:pic>
      <p:sp>
        <p:nvSpPr>
          <p:cNvPr id="11" name="Rectangle 10">
            <a:extLst>
              <a:ext uri="{FF2B5EF4-FFF2-40B4-BE49-F238E27FC236}">
                <a16:creationId xmlns:a16="http://schemas.microsoft.com/office/drawing/2014/main" id="{86D0ABEA-5B68-A9B3-7A84-AA0A22B9AE6B}"/>
              </a:ext>
            </a:extLst>
          </p:cNvPr>
          <p:cNvSpPr/>
          <p:nvPr/>
        </p:nvSpPr>
        <p:spPr>
          <a:xfrm>
            <a:off x="20826663" y="3645569"/>
            <a:ext cx="3533274" cy="1431758"/>
          </a:xfrm>
          <a:prstGeom prst="rect">
            <a:avLst/>
          </a:prstGeom>
          <a:noFill/>
          <a:ln w="38100" cap="flat">
            <a:solidFill>
              <a:srgbClr val="FF000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AE" sz="3200" b="0" i="0" u="none" strike="noStrike" cap="none" spc="0" normalizeH="0" baseline="0">
              <a:ln>
                <a:noFill/>
              </a:ln>
              <a:solidFill>
                <a:srgbClr val="FFFFFF"/>
              </a:solidFill>
              <a:effectLst/>
              <a:uFillTx/>
              <a:latin typeface="Poppins Bold"/>
              <a:ea typeface="Poppins Bold"/>
              <a:cs typeface="Poppins Bold"/>
              <a:sym typeface="Poppins Bold"/>
            </a:endParaRPr>
          </a:p>
        </p:txBody>
      </p:sp>
      <p:sp>
        <p:nvSpPr>
          <p:cNvPr id="13" name="Rectangle 12">
            <a:extLst>
              <a:ext uri="{FF2B5EF4-FFF2-40B4-BE49-F238E27FC236}">
                <a16:creationId xmlns:a16="http://schemas.microsoft.com/office/drawing/2014/main" id="{62CB8C4F-78FF-4ECE-D738-4434E341B2A5}"/>
              </a:ext>
            </a:extLst>
          </p:cNvPr>
          <p:cNvSpPr/>
          <p:nvPr/>
        </p:nvSpPr>
        <p:spPr>
          <a:xfrm>
            <a:off x="14286497" y="8494295"/>
            <a:ext cx="4109788" cy="1160873"/>
          </a:xfrm>
          <a:prstGeom prst="rect">
            <a:avLst/>
          </a:prstGeom>
          <a:noFill/>
          <a:ln w="38100" cap="flat">
            <a:solidFill>
              <a:schemeClr val="accent3"/>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fontAlgn="auto" latinLnBrk="0" hangingPunct="0">
              <a:lnSpc>
                <a:spcPct val="100000"/>
              </a:lnSpc>
              <a:spcBef>
                <a:spcPts val="0"/>
              </a:spcBef>
              <a:spcAft>
                <a:spcPts val="0"/>
              </a:spcAft>
              <a:buClrTx/>
              <a:buSzTx/>
              <a:buFontTx/>
              <a:buNone/>
              <a:tabLst/>
            </a:pPr>
            <a:endParaRPr kumimoji="0" lang="en-AE" sz="3200" b="0" i="0" u="none" strike="noStrike" cap="none" spc="0" normalizeH="0" baseline="0" dirty="0">
              <a:ln>
                <a:noFill/>
              </a:ln>
              <a:solidFill>
                <a:srgbClr val="FFFFFF"/>
              </a:solidFill>
              <a:effectLst/>
              <a:uFillTx/>
              <a:latin typeface="Poppins Bold"/>
              <a:ea typeface="Poppins Bold"/>
              <a:cs typeface="Poppins Bold"/>
              <a:sym typeface="Poppins Bold"/>
            </a:endParaRPr>
          </a:p>
        </p:txBody>
      </p:sp>
      <p:sp>
        <p:nvSpPr>
          <p:cNvPr id="14" name="Rectangle 13">
            <a:extLst>
              <a:ext uri="{FF2B5EF4-FFF2-40B4-BE49-F238E27FC236}">
                <a16:creationId xmlns:a16="http://schemas.microsoft.com/office/drawing/2014/main" id="{8C4591FF-A8BF-7681-C131-3A79A4B58D82}"/>
              </a:ext>
            </a:extLst>
          </p:cNvPr>
          <p:cNvSpPr/>
          <p:nvPr/>
        </p:nvSpPr>
        <p:spPr>
          <a:xfrm>
            <a:off x="14286497" y="7796463"/>
            <a:ext cx="1968166" cy="499136"/>
          </a:xfrm>
          <a:prstGeom prst="rect">
            <a:avLst/>
          </a:prstGeom>
          <a:noFill/>
          <a:ln w="38100" cap="flat">
            <a:solidFill>
              <a:schemeClr val="accent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fontAlgn="auto" latinLnBrk="0" hangingPunct="0">
              <a:lnSpc>
                <a:spcPct val="100000"/>
              </a:lnSpc>
              <a:spcBef>
                <a:spcPts val="0"/>
              </a:spcBef>
              <a:spcAft>
                <a:spcPts val="0"/>
              </a:spcAft>
              <a:buClrTx/>
              <a:buSzTx/>
              <a:buFontTx/>
              <a:buNone/>
              <a:tabLst/>
            </a:pPr>
            <a:endParaRPr kumimoji="0" lang="en-AE" sz="3200" b="0" i="0" u="none" strike="noStrike" cap="none" spc="0" normalizeH="0" baseline="0" dirty="0">
              <a:ln>
                <a:noFill/>
              </a:ln>
              <a:solidFill>
                <a:srgbClr val="FFFFFF"/>
              </a:solidFill>
              <a:effectLst/>
              <a:uFillTx/>
              <a:latin typeface="Poppins Bold"/>
              <a:ea typeface="Poppins Bold"/>
              <a:cs typeface="Poppins Bold"/>
              <a:sym typeface="Poppins Bold"/>
            </a:endParaRPr>
          </a:p>
        </p:txBody>
      </p:sp>
      <p:sp>
        <p:nvSpPr>
          <p:cNvPr id="15" name="Rectangle 14">
            <a:extLst>
              <a:ext uri="{FF2B5EF4-FFF2-40B4-BE49-F238E27FC236}">
                <a16:creationId xmlns:a16="http://schemas.microsoft.com/office/drawing/2014/main" id="{F63421BE-95EC-88E5-7648-10E2CDC20A07}"/>
              </a:ext>
            </a:extLst>
          </p:cNvPr>
          <p:cNvSpPr/>
          <p:nvPr/>
        </p:nvSpPr>
        <p:spPr>
          <a:xfrm>
            <a:off x="14286497" y="3645568"/>
            <a:ext cx="4623135" cy="1732547"/>
          </a:xfrm>
          <a:prstGeom prst="rect">
            <a:avLst/>
          </a:prstGeom>
          <a:noFill/>
          <a:ln w="38100" cap="flat">
            <a:solidFill>
              <a:srgbClr val="FF000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AE" sz="3200" b="0" i="0" u="none" strike="noStrike" cap="none" spc="0" normalizeH="0" baseline="0">
              <a:ln>
                <a:noFill/>
              </a:ln>
              <a:solidFill>
                <a:srgbClr val="FFFFFF"/>
              </a:solidFill>
              <a:effectLst/>
              <a:uFillTx/>
              <a:latin typeface="Poppins Bold"/>
              <a:ea typeface="Poppins Bold"/>
              <a:cs typeface="Poppins Bold"/>
              <a:sym typeface="Poppins Bold"/>
            </a:endParaRPr>
          </a:p>
        </p:txBody>
      </p:sp>
      <p:sp>
        <p:nvSpPr>
          <p:cNvPr id="7" name="Text 2">
            <a:extLst>
              <a:ext uri="{FF2B5EF4-FFF2-40B4-BE49-F238E27FC236}">
                <a16:creationId xmlns:a16="http://schemas.microsoft.com/office/drawing/2014/main" id="{E63D1908-23BE-98A6-B196-CB8D7D7DF3CE}"/>
              </a:ext>
            </a:extLst>
          </p:cNvPr>
          <p:cNvSpPr/>
          <p:nvPr/>
        </p:nvSpPr>
        <p:spPr>
          <a:xfrm>
            <a:off x="240632" y="1285875"/>
            <a:ext cx="6323880" cy="2151859"/>
          </a:xfrm>
          <a:prstGeom prst="rect">
            <a:avLst/>
          </a:prstGeom>
        </p:spPr>
        <p:txBody>
          <a:bodyPr vert="horz" lIns="91440" tIns="45720" rIns="91440" bIns="45720" rtlCol="0" anchor="t">
            <a:normAutofit fontScale="85000" lnSpcReduction="10000"/>
          </a:bodyPr>
          <a:lstStyle/>
          <a:p>
            <a:pPr defTabSz="914400" hangingPunct="1">
              <a:lnSpc>
                <a:spcPct val="90000"/>
              </a:lnSpc>
              <a:spcBef>
                <a:spcPct val="0"/>
              </a:spcBef>
              <a:spcAft>
                <a:spcPts val="600"/>
              </a:spcAft>
            </a:pPr>
            <a:r>
              <a:rPr lang="en-US" sz="7200" kern="1200" dirty="0">
                <a:solidFill>
                  <a:schemeClr val="tx1">
                    <a:lumMod val="85000"/>
                    <a:lumOff val="15000"/>
                  </a:schemeClr>
                </a:solidFill>
                <a:latin typeface="+mj-lt"/>
                <a:ea typeface="+mj-ea"/>
                <a:cs typeface="+mj-cs"/>
              </a:rPr>
              <a:t>Conclusions &amp; most found errors</a:t>
            </a:r>
          </a:p>
        </p:txBody>
      </p:sp>
    </p:spTree>
    <p:extLst>
      <p:ext uri="{BB962C8B-B14F-4D97-AF65-F5344CB8AC3E}">
        <p14:creationId xmlns:p14="http://schemas.microsoft.com/office/powerpoint/2010/main" val="2789421994"/>
      </p:ext>
    </p:extLst>
  </p:cSld>
  <p:clrMapOvr>
    <a:masterClrMapping/>
  </p:clrMapOvr>
  <p:transition spd="slow">
    <p:push dir="u"/>
  </p:transition>
</p:sld>
</file>

<file path=ppt/theme/theme1.xml><?xml version="1.0" encoding="utf-8"?>
<a:theme xmlns:a="http://schemas.openxmlformats.org/drawingml/2006/main" name="White">
  <a:themeElements>
    <a:clrScheme name="FFF7E4">
      <a:dk1>
        <a:srgbClr val="0D0D0D"/>
      </a:dk1>
      <a:lt1>
        <a:srgbClr val="F3F5FD"/>
      </a:lt1>
      <a:dk2>
        <a:srgbClr val="EBF6F8"/>
      </a:dk2>
      <a:lt2>
        <a:srgbClr val="FCF3DF"/>
      </a:lt2>
      <a:accent1>
        <a:srgbClr val="4915E8"/>
      </a:accent1>
      <a:accent2>
        <a:srgbClr val="F5373C"/>
      </a:accent2>
      <a:accent3>
        <a:srgbClr val="19AA1E"/>
      </a:accent3>
      <a:accent4>
        <a:srgbClr val="E815D3"/>
      </a:accent4>
      <a:accent5>
        <a:srgbClr val="FFBA00"/>
      </a:accent5>
      <a:accent6>
        <a:srgbClr val="001580"/>
      </a:accent6>
      <a:hlink>
        <a:srgbClr val="0C0C0C"/>
      </a:hlink>
      <a:folHlink>
        <a:srgbClr val="0C0C0C"/>
      </a:folHlink>
    </a:clrScheme>
    <a:fontScheme name="Test">
      <a:majorFont>
        <a:latin typeface="Inter"/>
        <a:ea typeface=""/>
        <a:cs typeface=""/>
      </a:majorFont>
      <a:minorFont>
        <a:latin typeface="Inter"/>
        <a:ea typeface=""/>
        <a:cs typeface=""/>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6E4AFD"/>
        </a:solidFill>
        <a:ln w="12700" cap="flat">
          <a:noFill/>
          <a:miter lim="400000"/>
        </a:ln>
        <a:effectLst/>
        <a:sp3d/>
      </a:spPr>
      <a:bodyPr rot="0" spcFirstLastPara="1" vertOverflow="overflow" horzOverflow="overflow" vert="horz" wrap="square" lIns="0" tIns="0" rIns="0" bIns="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Poppins Bold"/>
            <a:ea typeface="Poppins Bold"/>
            <a:cs typeface="Poppins Bold"/>
            <a:sym typeface="Poppins Bold"/>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825500" rtl="0" fontAlgn="auto" latinLnBrk="0" hangingPunct="0">
          <a:lnSpc>
            <a:spcPct val="140000"/>
          </a:lnSpc>
          <a:spcBef>
            <a:spcPts val="0"/>
          </a:spcBef>
          <a:spcAft>
            <a:spcPts val="0"/>
          </a:spcAft>
          <a:buClrTx/>
          <a:buSzTx/>
          <a:buFontTx/>
          <a:buNone/>
          <a:tabLst/>
          <a:defRPr kumimoji="0" sz="3000" b="0" i="0" u="none" strike="noStrike" cap="none" spc="0" normalizeH="0" baseline="0">
            <a:ln>
              <a:noFill/>
            </a:ln>
            <a:solidFill>
              <a:srgbClr val="121212"/>
            </a:solidFill>
            <a:effectLst/>
            <a:uFillTx/>
            <a:latin typeface="+mn-lt"/>
            <a:ea typeface="+mn-ea"/>
            <a:cs typeface="+mn-cs"/>
            <a:sym typeface="Poppins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Start to collect your presentation here" id="{BA49874D-E852-9449-850B-2DD032A44EE1}" vid="{4B027D26-C3EF-4644-998C-C19A02EB1C31}"/>
    </a:ext>
  </a:extLst>
</a:theme>
</file>

<file path=ppt/theme/theme2.xml><?xml version="1.0" encoding="utf-8"?>
<a:theme xmlns:a="http://schemas.openxmlformats.org/drawingml/2006/main"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Poppins Light"/>
        <a:ea typeface="Poppins Light"/>
        <a:cs typeface="Poppins Light"/>
      </a:majorFont>
      <a:minorFont>
        <a:latin typeface="Poppins Light"/>
        <a:ea typeface="Poppins Light"/>
        <a:cs typeface="Poppins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6E4AFD"/>
        </a:solidFill>
        <a:ln w="12700" cap="flat">
          <a:noFill/>
          <a:miter lim="400000"/>
        </a:ln>
        <a:effectLst/>
        <a:sp3d/>
      </a:spPr>
      <a:bodyPr rot="0" spcFirstLastPara="1" vertOverflow="overflow" horzOverflow="overflow" vert="horz" wrap="square" lIns="0" tIns="0" rIns="0" bIns="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Poppins Bold"/>
            <a:ea typeface="Poppins Bold"/>
            <a:cs typeface="Poppins Bold"/>
            <a:sym typeface="Poppins Bold"/>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825500" rtl="0" fontAlgn="auto" latinLnBrk="0" hangingPunct="0">
          <a:lnSpc>
            <a:spcPct val="140000"/>
          </a:lnSpc>
          <a:spcBef>
            <a:spcPts val="0"/>
          </a:spcBef>
          <a:spcAft>
            <a:spcPts val="0"/>
          </a:spcAft>
          <a:buClrTx/>
          <a:buSzTx/>
          <a:buFontTx/>
          <a:buNone/>
          <a:tabLst/>
          <a:defRPr kumimoji="0" sz="3000" b="0" i="0" u="none" strike="noStrike" cap="none" spc="0" normalizeH="0" baseline="0">
            <a:ln>
              <a:noFill/>
            </a:ln>
            <a:solidFill>
              <a:srgbClr val="121212"/>
            </a:solidFill>
            <a:effectLst/>
            <a:uFillTx/>
            <a:latin typeface="+mn-lt"/>
            <a:ea typeface="+mn-ea"/>
            <a:cs typeface="+mn-cs"/>
            <a:sym typeface="Poppins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06a48600-4f59-4d40-9f98-640db949ef60">
      <Terms xmlns="http://schemas.microsoft.com/office/infopath/2007/PartnerControls"/>
    </lcf76f155ced4ddcb4097134ff3c332f>
    <TaxCatchAll xmlns="2fc82809-5d69-4a16-99dd-87f3d56f4fd4"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B01146DAC812364C9B6B6C904594CA6F" ma:contentTypeVersion="15" ma:contentTypeDescription="Create a new document." ma:contentTypeScope="" ma:versionID="124ac67143757262b95bb8e731eb678a">
  <xsd:schema xmlns:xsd="http://www.w3.org/2001/XMLSchema" xmlns:xs="http://www.w3.org/2001/XMLSchema" xmlns:p="http://schemas.microsoft.com/office/2006/metadata/properties" xmlns:ns2="2fc82809-5d69-4a16-99dd-87f3d56f4fd4" xmlns:ns3="06a48600-4f59-4d40-9f98-640db949ef60" targetNamespace="http://schemas.microsoft.com/office/2006/metadata/properties" ma:root="true" ma:fieldsID="1d648b9e9d552f85f2fd3c79850ba96c" ns2:_="" ns3:_="">
    <xsd:import namespace="2fc82809-5d69-4a16-99dd-87f3d56f4fd4"/>
    <xsd:import namespace="06a48600-4f59-4d40-9f98-640db949ef60"/>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SearchProperties" minOccurs="0"/>
                <xsd:element ref="ns3:MediaServiceObjectDetectorVersions" minOccurs="0"/>
                <xsd:element ref="ns3:lcf76f155ced4ddcb4097134ff3c332f" minOccurs="0"/>
                <xsd:element ref="ns2:TaxCatchAll" minOccurs="0"/>
                <xsd:element ref="ns3:MediaServiceOCR" minOccurs="0"/>
                <xsd:element ref="ns3:MediaServiceGenerationTime" minOccurs="0"/>
                <xsd:element ref="ns3:MediaServiceEventHashCode" minOccurs="0"/>
                <xsd:element ref="ns3:MediaServiceDateTaken" minOccurs="0"/>
                <xsd:element ref="ns3:MediaServiceLocatio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c82809-5d69-4a16-99dd-87f3d56f4fd4"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863d6e97-8355-4b3d-8b0e-03a34f98350b}" ma:internalName="TaxCatchAll" ma:showField="CatchAllData" ma:web="2fc82809-5d69-4a16-99dd-87f3d56f4fd4">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06a48600-4f59-4d40-9f98-640db949ef60"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368e1ae9-de8f-4b15-bdd1-7a432227963f"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E603636-4728-491B-A0AF-686E8BA17E59}">
  <ds:schemaRefs>
    <ds:schemaRef ds:uri="http://schemas.microsoft.com/sharepoint/v3/contenttype/forms"/>
  </ds:schemaRefs>
</ds:datastoreItem>
</file>

<file path=customXml/itemProps2.xml><?xml version="1.0" encoding="utf-8"?>
<ds:datastoreItem xmlns:ds="http://schemas.openxmlformats.org/officeDocument/2006/customXml" ds:itemID="{25FB9B77-F052-43DE-9F6D-95B7D1C4D095}">
  <ds:schemaRefs>
    <ds:schemaRef ds:uri="http://purl.org/dc/dcmitype/"/>
    <ds:schemaRef ds:uri="http://purl.org/dc/elements/1.1/"/>
    <ds:schemaRef ds:uri="http://schemas.microsoft.com/office/2006/documentManagement/types"/>
    <ds:schemaRef ds:uri="http://schemas.microsoft.com/office/2006/metadata/properties"/>
    <ds:schemaRef ds:uri="2fc82809-5d69-4a16-99dd-87f3d56f4fd4"/>
    <ds:schemaRef ds:uri="http://schemas.openxmlformats.org/package/2006/metadata/core-properties"/>
    <ds:schemaRef ds:uri="http://schemas.microsoft.com/office/infopath/2007/PartnerControls"/>
    <ds:schemaRef ds:uri="06a48600-4f59-4d40-9f98-640db949ef60"/>
    <ds:schemaRef ds:uri="http://www.w3.org/XML/1998/namespace"/>
    <ds:schemaRef ds:uri="http://purl.org/dc/terms/"/>
  </ds:schemaRefs>
</ds:datastoreItem>
</file>

<file path=customXml/itemProps3.xml><?xml version="1.0" encoding="utf-8"?>
<ds:datastoreItem xmlns:ds="http://schemas.openxmlformats.org/officeDocument/2006/customXml" ds:itemID="{F0DF9B02-4EC0-493B-9C0D-0271C6AAB70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fc82809-5d69-4a16-99dd-87f3d56f4fd4"/>
    <ds:schemaRef ds:uri="06a48600-4f59-4d40-9f98-640db949ef6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White</Template>
  <TotalTime>6276</TotalTime>
  <Words>589</Words>
  <Application>Microsoft Office PowerPoint</Application>
  <PresentationFormat>Custom</PresentationFormat>
  <Paragraphs>108</Paragraphs>
  <Slides>15</Slides>
  <Notes>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Calibri</vt:lpstr>
      <vt:lpstr>Inter</vt:lpstr>
      <vt:lpstr>Inter Light</vt:lpstr>
      <vt:lpstr>Inter Regular</vt:lpstr>
      <vt:lpstr>Inter Semi Bold</vt:lpstr>
      <vt:lpstr>Poppins Bold</vt:lpstr>
      <vt:lpstr>Poppins Regular</vt:lpstr>
      <vt:lpstr>Poppins SemiBold</vt:lpstr>
      <vt:lpstr>White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Лемешев Сергей Павлович</dc:creator>
  <cp:lastModifiedBy>Maged Elhamady</cp:lastModifiedBy>
  <cp:revision>16</cp:revision>
  <cp:lastPrinted>2024-04-04T11:13:19Z</cp:lastPrinted>
  <dcterms:created xsi:type="dcterms:W3CDTF">2023-12-25T13:14:41Z</dcterms:created>
  <dcterms:modified xsi:type="dcterms:W3CDTF">2024-04-24T18:57:49Z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0x010100B01146DAC812364C9B6B6C904594CA6F</vt:lpwstr>
  </property>
  <property fmtid="{D5CDD505-2E9C-101B-9397-08002B2CF9AE}" pid="3" name="MediaServiceImageTags">
    <vt:lpwstr/>
  </property>
</Properties>
</file>