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3"/>
  </p:notesMasterIdLst>
  <p:sldIdLst>
    <p:sldId id="344" r:id="rId5"/>
    <p:sldId id="314" r:id="rId6"/>
    <p:sldId id="340" r:id="rId7"/>
    <p:sldId id="342" r:id="rId8"/>
    <p:sldId id="343" r:id="rId9"/>
    <p:sldId id="325" r:id="rId10"/>
    <p:sldId id="323" r:id="rId11"/>
    <p:sldId id="326" r:id="rId12"/>
    <p:sldId id="327" r:id="rId13"/>
    <p:sldId id="328" r:id="rId14"/>
    <p:sldId id="329" r:id="rId15"/>
    <p:sldId id="354" r:id="rId16"/>
    <p:sldId id="331" r:id="rId17"/>
    <p:sldId id="332" r:id="rId18"/>
    <p:sldId id="345" r:id="rId19"/>
    <p:sldId id="336" r:id="rId20"/>
    <p:sldId id="348" r:id="rId21"/>
    <p:sldId id="349" r:id="rId22"/>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guide id="3" orient="horz" pos="428" userDrawn="1">
          <p15:clr>
            <a:srgbClr val="A4A3A4"/>
          </p15:clr>
        </p15:guide>
        <p15:guide id="4" orient="horz" pos="6166" userDrawn="1">
          <p15:clr>
            <a:srgbClr val="A4A3A4"/>
          </p15:clr>
        </p15:guide>
        <p15:guide id="5" pos="340" userDrawn="1">
          <p15:clr>
            <a:srgbClr val="A4A3A4"/>
          </p15:clr>
        </p15:guide>
        <p15:guide id="6" pos="111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6C5BB3-A7D3-415C-9597-B7855B4D1496}" v="3" dt="2024-07-15T10:33:54.1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4346" autoAdjust="0"/>
  </p:normalViewPr>
  <p:slideViewPr>
    <p:cSldViewPr snapToGrid="0" snapToObjects="1">
      <p:cViewPr varScale="1">
        <p:scale>
          <a:sx n="70" d="100"/>
          <a:sy n="70" d="100"/>
        </p:scale>
        <p:origin x="292" y="56"/>
      </p:cViewPr>
      <p:guideLst>
        <p:guide orient="horz" pos="3240"/>
        <p:guide pos="5760"/>
        <p:guide orient="horz" pos="428"/>
        <p:guide orient="horz" pos="6166"/>
        <p:guide pos="340"/>
        <p:guide pos="11180"/>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ged Elhamady" userId="3c668177-9cc3-4dff-81f9-13505a85a121" providerId="ADAL" clId="{CCA7F8BF-491A-4F09-ABBB-376092567151}"/>
    <pc:docChg chg="undo custSel addSld modSld sldOrd">
      <pc:chgData name="Maged Elhamady" userId="3c668177-9cc3-4dff-81f9-13505a85a121" providerId="ADAL" clId="{CCA7F8BF-491A-4F09-ABBB-376092567151}" dt="2023-11-28T15:14:01.365" v="25" actId="1036"/>
      <pc:docMkLst>
        <pc:docMk/>
      </pc:docMkLst>
      <pc:sldChg chg="modSp mod">
        <pc:chgData name="Maged Elhamady" userId="3c668177-9cc3-4dff-81f9-13505a85a121" providerId="ADAL" clId="{CCA7F8BF-491A-4F09-ABBB-376092567151}" dt="2023-11-28T15:13:00.216" v="24" actId="1036"/>
        <pc:sldMkLst>
          <pc:docMk/>
          <pc:sldMk cId="3352054406" sldId="323"/>
        </pc:sldMkLst>
        <pc:spChg chg="mod">
          <ac:chgData name="Maged Elhamady" userId="3c668177-9cc3-4dff-81f9-13505a85a121" providerId="ADAL" clId="{CCA7F8BF-491A-4F09-ABBB-376092567151}" dt="2023-11-28T15:13:00.216" v="24" actId="1036"/>
          <ac:spMkLst>
            <pc:docMk/>
            <pc:sldMk cId="3352054406" sldId="323"/>
            <ac:spMk id="3" creationId="{43CDCBE1-A9BB-77AE-6022-844A7B34F9CB}"/>
          </ac:spMkLst>
        </pc:spChg>
        <pc:spChg chg="mod">
          <ac:chgData name="Maged Elhamady" userId="3c668177-9cc3-4dff-81f9-13505a85a121" providerId="ADAL" clId="{CCA7F8BF-491A-4F09-ABBB-376092567151}" dt="2023-11-28T15:13:00.216" v="24" actId="1036"/>
          <ac:spMkLst>
            <pc:docMk/>
            <pc:sldMk cId="3352054406" sldId="323"/>
            <ac:spMk id="13" creationId="{3011ADC1-B052-5763-411D-18AC5E1D8F06}"/>
          </ac:spMkLst>
        </pc:spChg>
      </pc:sldChg>
      <pc:sldChg chg="modSp mod">
        <pc:chgData name="Maged Elhamady" userId="3c668177-9cc3-4dff-81f9-13505a85a121" providerId="ADAL" clId="{CCA7F8BF-491A-4F09-ABBB-376092567151}" dt="2023-11-28T15:14:01.365" v="25" actId="1036"/>
        <pc:sldMkLst>
          <pc:docMk/>
          <pc:sldMk cId="3274647014" sldId="328"/>
        </pc:sldMkLst>
        <pc:spChg chg="mod">
          <ac:chgData name="Maged Elhamady" userId="3c668177-9cc3-4dff-81f9-13505a85a121" providerId="ADAL" clId="{CCA7F8BF-491A-4F09-ABBB-376092567151}" dt="2023-11-28T15:14:01.365" v="25" actId="1036"/>
          <ac:spMkLst>
            <pc:docMk/>
            <pc:sldMk cId="3274647014" sldId="328"/>
            <ac:spMk id="3" creationId="{D7AE3608-6883-7BC2-4605-2B7955EA65AD}"/>
          </ac:spMkLst>
        </pc:spChg>
        <pc:spChg chg="mod">
          <ac:chgData name="Maged Elhamady" userId="3c668177-9cc3-4dff-81f9-13505a85a121" providerId="ADAL" clId="{CCA7F8BF-491A-4F09-ABBB-376092567151}" dt="2023-11-28T15:14:01.365" v="25" actId="1036"/>
          <ac:spMkLst>
            <pc:docMk/>
            <pc:sldMk cId="3274647014" sldId="328"/>
            <ac:spMk id="13" creationId="{3011ADC1-B052-5763-411D-18AC5E1D8F06}"/>
          </ac:spMkLst>
        </pc:spChg>
      </pc:sldChg>
      <pc:sldChg chg="modSp mod">
        <pc:chgData name="Maged Elhamady" userId="3c668177-9cc3-4dff-81f9-13505a85a121" providerId="ADAL" clId="{CCA7F8BF-491A-4F09-ABBB-376092567151}" dt="2023-11-28T15:09:47.461" v="22" actId="1036"/>
        <pc:sldMkLst>
          <pc:docMk/>
          <pc:sldMk cId="1669076445" sldId="339"/>
        </pc:sldMkLst>
        <pc:picChg chg="mod">
          <ac:chgData name="Maged Elhamady" userId="3c668177-9cc3-4dff-81f9-13505a85a121" providerId="ADAL" clId="{CCA7F8BF-491A-4F09-ABBB-376092567151}" dt="2023-11-28T15:09:47.461" v="22" actId="1036"/>
          <ac:picMkLst>
            <pc:docMk/>
            <pc:sldMk cId="1669076445" sldId="339"/>
            <ac:picMk id="7" creationId="{F2724706-CC2A-A95D-B31A-FBA37E8E75A4}"/>
          </ac:picMkLst>
        </pc:picChg>
      </pc:sldChg>
      <pc:sldChg chg="modSp mod">
        <pc:chgData name="Maged Elhamady" userId="3c668177-9cc3-4dff-81f9-13505a85a121" providerId="ADAL" clId="{CCA7F8BF-491A-4F09-ABBB-376092567151}" dt="2023-11-28T15:12:25.159" v="23" actId="1036"/>
        <pc:sldMkLst>
          <pc:docMk/>
          <pc:sldMk cId="2939368999" sldId="342"/>
        </pc:sldMkLst>
        <pc:spChg chg="mod">
          <ac:chgData name="Maged Elhamady" userId="3c668177-9cc3-4dff-81f9-13505a85a121" providerId="ADAL" clId="{CCA7F8BF-491A-4F09-ABBB-376092567151}" dt="2023-11-28T15:12:25.159" v="23" actId="1036"/>
          <ac:spMkLst>
            <pc:docMk/>
            <pc:sldMk cId="2939368999" sldId="342"/>
            <ac:spMk id="2" creationId="{A66B04F9-F4F5-B3A5-FBB2-785E5591881C}"/>
          </ac:spMkLst>
        </pc:spChg>
        <pc:spChg chg="mod">
          <ac:chgData name="Maged Elhamady" userId="3c668177-9cc3-4dff-81f9-13505a85a121" providerId="ADAL" clId="{CCA7F8BF-491A-4F09-ABBB-376092567151}" dt="2023-11-28T15:12:25.159" v="23" actId="1036"/>
          <ac:spMkLst>
            <pc:docMk/>
            <pc:sldMk cId="2939368999" sldId="342"/>
            <ac:spMk id="13" creationId="{3011ADC1-B052-5763-411D-18AC5E1D8F06}"/>
          </ac:spMkLst>
        </pc:spChg>
      </pc:sldChg>
      <pc:sldChg chg="addSp delSp modSp new mod ord">
        <pc:chgData name="Maged Elhamady" userId="3c668177-9cc3-4dff-81f9-13505a85a121" providerId="ADAL" clId="{CCA7F8BF-491A-4F09-ABBB-376092567151}" dt="2023-11-27T09:53:52.510" v="21" actId="1076"/>
        <pc:sldMkLst>
          <pc:docMk/>
          <pc:sldMk cId="766973854" sldId="353"/>
        </pc:sldMkLst>
        <pc:spChg chg="del">
          <ac:chgData name="Maged Elhamady" userId="3c668177-9cc3-4dff-81f9-13505a85a121" providerId="ADAL" clId="{CCA7F8BF-491A-4F09-ABBB-376092567151}" dt="2023-11-27T09:53:29.899" v="3" actId="478"/>
          <ac:spMkLst>
            <pc:docMk/>
            <pc:sldMk cId="766973854" sldId="353"/>
            <ac:spMk id="2" creationId="{A9C5E8AE-CB67-9A87-6C87-8461D4CA0D32}"/>
          </ac:spMkLst>
        </pc:spChg>
        <pc:spChg chg="del">
          <ac:chgData name="Maged Elhamady" userId="3c668177-9cc3-4dff-81f9-13505a85a121" providerId="ADAL" clId="{CCA7F8BF-491A-4F09-ABBB-376092567151}" dt="2023-11-27T09:53:29.899" v="3" actId="478"/>
          <ac:spMkLst>
            <pc:docMk/>
            <pc:sldMk cId="766973854" sldId="353"/>
            <ac:spMk id="3" creationId="{AE01B018-B3A6-490D-9E7A-706BA6337F94}"/>
          </ac:spMkLst>
        </pc:spChg>
        <pc:spChg chg="del">
          <ac:chgData name="Maged Elhamady" userId="3c668177-9cc3-4dff-81f9-13505a85a121" providerId="ADAL" clId="{CCA7F8BF-491A-4F09-ABBB-376092567151}" dt="2023-11-27T09:53:29.899" v="3" actId="478"/>
          <ac:spMkLst>
            <pc:docMk/>
            <pc:sldMk cId="766973854" sldId="353"/>
            <ac:spMk id="4" creationId="{A04E7F62-B1C4-ED54-C1B4-82FE52D8BAF3}"/>
          </ac:spMkLst>
        </pc:spChg>
        <pc:spChg chg="add mod">
          <ac:chgData name="Maged Elhamady" userId="3c668177-9cc3-4dff-81f9-13505a85a121" providerId="ADAL" clId="{CCA7F8BF-491A-4F09-ABBB-376092567151}" dt="2023-11-27T09:53:45.277" v="18" actId="20577"/>
          <ac:spMkLst>
            <pc:docMk/>
            <pc:sldMk cId="766973854" sldId="353"/>
            <ac:spMk id="5" creationId="{CFA48367-C3B6-0B60-7044-6C723A6CF4CF}"/>
          </ac:spMkLst>
        </pc:spChg>
        <pc:picChg chg="add mod">
          <ac:chgData name="Maged Elhamady" userId="3c668177-9cc3-4dff-81f9-13505a85a121" providerId="ADAL" clId="{CCA7F8BF-491A-4F09-ABBB-376092567151}" dt="2023-11-27T09:53:52.510" v="21" actId="1076"/>
          <ac:picMkLst>
            <pc:docMk/>
            <pc:sldMk cId="766973854" sldId="353"/>
            <ac:picMk id="7" creationId="{A42C0AEF-5FFE-F5E1-A336-4E44D5C01864}"/>
          </ac:picMkLst>
        </pc:picChg>
      </pc:sldChg>
    </pc:docChg>
  </pc:docChgLst>
  <pc:docChgLst>
    <pc:chgData name="Maged Elhamady" userId="3c668177-9cc3-4dff-81f9-13505a85a121" providerId="ADAL" clId="{BF6C5BB3-A7D3-415C-9597-B7855B4D1496}"/>
    <pc:docChg chg="undo custSel addSld delSld modSld">
      <pc:chgData name="Maged Elhamady" userId="3c668177-9cc3-4dff-81f9-13505a85a121" providerId="ADAL" clId="{BF6C5BB3-A7D3-415C-9597-B7855B4D1496}" dt="2024-07-15T13:26:46.167" v="66" actId="47"/>
      <pc:docMkLst>
        <pc:docMk/>
      </pc:docMkLst>
      <pc:sldChg chg="del">
        <pc:chgData name="Maged Elhamady" userId="3c668177-9cc3-4dff-81f9-13505a85a121" providerId="ADAL" clId="{BF6C5BB3-A7D3-415C-9597-B7855B4D1496}" dt="2024-07-15T13:24:46.909" v="37" actId="2696"/>
        <pc:sldMkLst>
          <pc:docMk/>
          <pc:sldMk cId="0" sldId="268"/>
        </pc:sldMkLst>
      </pc:sldChg>
      <pc:sldChg chg="del">
        <pc:chgData name="Maged Elhamady" userId="3c668177-9cc3-4dff-81f9-13505a85a121" providerId="ADAL" clId="{BF6C5BB3-A7D3-415C-9597-B7855B4D1496}" dt="2024-07-15T13:24:46.909" v="37" actId="2696"/>
        <pc:sldMkLst>
          <pc:docMk/>
          <pc:sldMk cId="368001268" sldId="269"/>
        </pc:sldMkLst>
      </pc:sldChg>
      <pc:sldChg chg="del">
        <pc:chgData name="Maged Elhamady" userId="3c668177-9cc3-4dff-81f9-13505a85a121" providerId="ADAL" clId="{BF6C5BB3-A7D3-415C-9597-B7855B4D1496}" dt="2024-07-15T13:24:46.909" v="37" actId="2696"/>
        <pc:sldMkLst>
          <pc:docMk/>
          <pc:sldMk cId="0" sldId="274"/>
        </pc:sldMkLst>
      </pc:sldChg>
      <pc:sldChg chg="del">
        <pc:chgData name="Maged Elhamady" userId="3c668177-9cc3-4dff-81f9-13505a85a121" providerId="ADAL" clId="{BF6C5BB3-A7D3-415C-9597-B7855B4D1496}" dt="2024-07-15T13:26:20.799" v="57" actId="47"/>
        <pc:sldMkLst>
          <pc:docMk/>
          <pc:sldMk cId="1723949917" sldId="338"/>
        </pc:sldMkLst>
      </pc:sldChg>
      <pc:sldChg chg="del">
        <pc:chgData name="Maged Elhamady" userId="3c668177-9cc3-4dff-81f9-13505a85a121" providerId="ADAL" clId="{BF6C5BB3-A7D3-415C-9597-B7855B4D1496}" dt="2024-07-15T13:24:46.909" v="37" actId="2696"/>
        <pc:sldMkLst>
          <pc:docMk/>
          <pc:sldMk cId="1669076445" sldId="339"/>
        </pc:sldMkLst>
      </pc:sldChg>
      <pc:sldChg chg="del">
        <pc:chgData name="Maged Elhamady" userId="3c668177-9cc3-4dff-81f9-13505a85a121" providerId="ADAL" clId="{BF6C5BB3-A7D3-415C-9597-B7855B4D1496}" dt="2024-07-15T13:24:46.909" v="37" actId="2696"/>
        <pc:sldMkLst>
          <pc:docMk/>
          <pc:sldMk cId="3222368861" sldId="341"/>
        </pc:sldMkLst>
      </pc:sldChg>
      <pc:sldChg chg="delSp mod">
        <pc:chgData name="Maged Elhamady" userId="3c668177-9cc3-4dff-81f9-13505a85a121" providerId="ADAL" clId="{BF6C5BB3-A7D3-415C-9597-B7855B4D1496}" dt="2024-07-15T13:24:51.591" v="39" actId="478"/>
        <pc:sldMkLst>
          <pc:docMk/>
          <pc:sldMk cId="813732537" sldId="344"/>
        </pc:sldMkLst>
        <pc:spChg chg="del">
          <ac:chgData name="Maged Elhamady" userId="3c668177-9cc3-4dff-81f9-13505a85a121" providerId="ADAL" clId="{BF6C5BB3-A7D3-415C-9597-B7855B4D1496}" dt="2024-07-15T13:24:51.591" v="39" actId="478"/>
          <ac:spMkLst>
            <pc:docMk/>
            <pc:sldMk cId="813732537" sldId="344"/>
            <ac:spMk id="8" creationId="{EED0C217-0300-4BB3-EDB1-E58C021D3D36}"/>
          </ac:spMkLst>
        </pc:spChg>
        <pc:picChg chg="del">
          <ac:chgData name="Maged Elhamady" userId="3c668177-9cc3-4dff-81f9-13505a85a121" providerId="ADAL" clId="{BF6C5BB3-A7D3-415C-9597-B7855B4D1496}" dt="2024-07-15T13:24:49.139" v="38" actId="478"/>
          <ac:picMkLst>
            <pc:docMk/>
            <pc:sldMk cId="813732537" sldId="344"/>
            <ac:picMk id="6" creationId="{F78F7868-F5B7-2E3A-5043-5DDB1B57C16D}"/>
          </ac:picMkLst>
        </pc:picChg>
      </pc:sldChg>
      <pc:sldChg chg="addSp delSp modSp add del mod">
        <pc:chgData name="Maged Elhamady" userId="3c668177-9cc3-4dff-81f9-13505a85a121" providerId="ADAL" clId="{BF6C5BB3-A7D3-415C-9597-B7855B4D1496}" dt="2024-07-15T13:26:14.844" v="54" actId="1076"/>
        <pc:sldMkLst>
          <pc:docMk/>
          <pc:sldMk cId="1399109633" sldId="345"/>
        </pc:sldMkLst>
        <pc:spChg chg="del">
          <ac:chgData name="Maged Elhamady" userId="3c668177-9cc3-4dff-81f9-13505a85a121" providerId="ADAL" clId="{BF6C5BB3-A7D3-415C-9597-B7855B4D1496}" dt="2024-07-15T13:25:49.020" v="51" actId="478"/>
          <ac:spMkLst>
            <pc:docMk/>
            <pc:sldMk cId="1399109633" sldId="345"/>
            <ac:spMk id="8" creationId="{4F684C6E-6BD2-5C98-2AB7-2E09EED491D8}"/>
          </ac:spMkLst>
        </pc:spChg>
        <pc:spChg chg="del">
          <ac:chgData name="Maged Elhamady" userId="3c668177-9cc3-4dff-81f9-13505a85a121" providerId="ADAL" clId="{BF6C5BB3-A7D3-415C-9597-B7855B4D1496}" dt="2024-07-15T13:25:44.224" v="48" actId="478"/>
          <ac:spMkLst>
            <pc:docMk/>
            <pc:sldMk cId="1399109633" sldId="345"/>
            <ac:spMk id="9" creationId="{F03951E7-E1F4-F7B7-26CA-548231A0EAAD}"/>
          </ac:spMkLst>
        </pc:spChg>
        <pc:spChg chg="del">
          <ac:chgData name="Maged Elhamady" userId="3c668177-9cc3-4dff-81f9-13505a85a121" providerId="ADAL" clId="{BF6C5BB3-A7D3-415C-9597-B7855B4D1496}" dt="2024-07-15T13:25:46.662" v="50" actId="478"/>
          <ac:spMkLst>
            <pc:docMk/>
            <pc:sldMk cId="1399109633" sldId="345"/>
            <ac:spMk id="10" creationId="{D1D26082-962F-2B20-B32E-A79925E3BC41}"/>
          </ac:spMkLst>
        </pc:spChg>
        <pc:spChg chg="del">
          <ac:chgData name="Maged Elhamady" userId="3c668177-9cc3-4dff-81f9-13505a85a121" providerId="ADAL" clId="{BF6C5BB3-A7D3-415C-9597-B7855B4D1496}" dt="2024-07-15T13:25:43.146" v="47" actId="478"/>
          <ac:spMkLst>
            <pc:docMk/>
            <pc:sldMk cId="1399109633" sldId="345"/>
            <ac:spMk id="11" creationId="{93A584CA-65A2-0CBF-E393-2EBA196297B8}"/>
          </ac:spMkLst>
        </pc:spChg>
        <pc:picChg chg="del">
          <ac:chgData name="Maged Elhamady" userId="3c668177-9cc3-4dff-81f9-13505a85a121" providerId="ADAL" clId="{BF6C5BB3-A7D3-415C-9597-B7855B4D1496}" dt="2024-07-15T13:25:42.279" v="46" actId="478"/>
          <ac:picMkLst>
            <pc:docMk/>
            <pc:sldMk cId="1399109633" sldId="345"/>
            <ac:picMk id="4" creationId="{6E8AE357-C027-F36E-3CF5-9B73C56C8A67}"/>
          </ac:picMkLst>
        </pc:picChg>
        <pc:picChg chg="add mod">
          <ac:chgData name="Maged Elhamady" userId="3c668177-9cc3-4dff-81f9-13505a85a121" providerId="ADAL" clId="{BF6C5BB3-A7D3-415C-9597-B7855B4D1496}" dt="2024-07-15T13:26:14.844" v="54" actId="1076"/>
          <ac:picMkLst>
            <pc:docMk/>
            <pc:sldMk cId="1399109633" sldId="345"/>
            <ac:picMk id="5" creationId="{98BA78C1-2844-A69C-473E-D6AE320198E0}"/>
          </ac:picMkLst>
        </pc:picChg>
        <pc:picChg chg="del">
          <ac:chgData name="Maged Elhamady" userId="3c668177-9cc3-4dff-81f9-13505a85a121" providerId="ADAL" clId="{BF6C5BB3-A7D3-415C-9597-B7855B4D1496}" dt="2024-07-15T13:25:45.158" v="49" actId="478"/>
          <ac:picMkLst>
            <pc:docMk/>
            <pc:sldMk cId="1399109633" sldId="345"/>
            <ac:picMk id="6" creationId="{208952F9-DC53-8FD8-55C0-68E9FC65E816}"/>
          </ac:picMkLst>
        </pc:picChg>
      </pc:sldChg>
      <pc:sldChg chg="del">
        <pc:chgData name="Maged Elhamady" userId="3c668177-9cc3-4dff-81f9-13505a85a121" providerId="ADAL" clId="{BF6C5BB3-A7D3-415C-9597-B7855B4D1496}" dt="2024-07-15T13:26:46.167" v="66" actId="47"/>
        <pc:sldMkLst>
          <pc:docMk/>
          <pc:sldMk cId="3738058068" sldId="346"/>
        </pc:sldMkLst>
      </pc:sldChg>
      <pc:sldChg chg="del">
        <pc:chgData name="Maged Elhamady" userId="3c668177-9cc3-4dff-81f9-13505a85a121" providerId="ADAL" clId="{BF6C5BB3-A7D3-415C-9597-B7855B4D1496}" dt="2024-07-15T13:26:22.513" v="58" actId="47"/>
        <pc:sldMkLst>
          <pc:docMk/>
          <pc:sldMk cId="883926599" sldId="347"/>
        </pc:sldMkLst>
      </pc:sldChg>
      <pc:sldChg chg="delSp modSp add del mod">
        <pc:chgData name="Maged Elhamady" userId="3c668177-9cc3-4dff-81f9-13505a85a121" providerId="ADAL" clId="{BF6C5BB3-A7D3-415C-9597-B7855B4D1496}" dt="2024-07-15T13:26:42.644" v="64" actId="1076"/>
        <pc:sldMkLst>
          <pc:docMk/>
          <pc:sldMk cId="3676152435" sldId="348"/>
        </pc:sldMkLst>
        <pc:spChg chg="del">
          <ac:chgData name="Maged Elhamady" userId="3c668177-9cc3-4dff-81f9-13505a85a121" providerId="ADAL" clId="{BF6C5BB3-A7D3-415C-9597-B7855B4D1496}" dt="2024-07-15T13:26:35.454" v="61" actId="478"/>
          <ac:spMkLst>
            <pc:docMk/>
            <pc:sldMk cId="3676152435" sldId="348"/>
            <ac:spMk id="5" creationId="{17DE4B61-67B6-A852-921D-5D7898F4735B}"/>
          </ac:spMkLst>
        </pc:spChg>
        <pc:spChg chg="mod">
          <ac:chgData name="Maged Elhamady" userId="3c668177-9cc3-4dff-81f9-13505a85a121" providerId="ADAL" clId="{BF6C5BB3-A7D3-415C-9597-B7855B4D1496}" dt="2024-07-15T13:26:42.644" v="64" actId="1076"/>
          <ac:spMkLst>
            <pc:docMk/>
            <pc:sldMk cId="3676152435" sldId="348"/>
            <ac:spMk id="10" creationId="{AEA41EAF-C9D5-1305-0759-2A8C76A6360B}"/>
          </ac:spMkLst>
        </pc:spChg>
        <pc:picChg chg="del">
          <ac:chgData name="Maged Elhamady" userId="3c668177-9cc3-4dff-81f9-13505a85a121" providerId="ADAL" clId="{BF6C5BB3-A7D3-415C-9597-B7855B4D1496}" dt="2024-07-15T13:26:36.016" v="62" actId="478"/>
          <ac:picMkLst>
            <pc:docMk/>
            <pc:sldMk cId="3676152435" sldId="348"/>
            <ac:picMk id="9" creationId="{0CB0E2C4-E163-74C6-AF2B-5DEF61F7E697}"/>
          </ac:picMkLst>
        </pc:picChg>
        <pc:picChg chg="mod">
          <ac:chgData name="Maged Elhamady" userId="3c668177-9cc3-4dff-81f9-13505a85a121" providerId="ADAL" clId="{BF6C5BB3-A7D3-415C-9597-B7855B4D1496}" dt="2024-07-15T13:26:42.644" v="64" actId="1076"/>
          <ac:picMkLst>
            <pc:docMk/>
            <pc:sldMk cId="3676152435" sldId="348"/>
            <ac:picMk id="12" creationId="{CCC81D1D-4B24-B52D-E8D3-CDB043ABE406}"/>
          </ac:picMkLst>
        </pc:picChg>
        <pc:picChg chg="del">
          <ac:chgData name="Maged Elhamady" userId="3c668177-9cc3-4dff-81f9-13505a85a121" providerId="ADAL" clId="{BF6C5BB3-A7D3-415C-9597-B7855B4D1496}" dt="2024-07-15T13:26:36.956" v="63" actId="478"/>
          <ac:picMkLst>
            <pc:docMk/>
            <pc:sldMk cId="3676152435" sldId="348"/>
            <ac:picMk id="13" creationId="{0897C5DF-01A8-E547-CCDC-3BC02D0B426E}"/>
          </ac:picMkLst>
        </pc:picChg>
      </pc:sldChg>
      <pc:sldChg chg="del">
        <pc:chgData name="Maged Elhamady" userId="3c668177-9cc3-4dff-81f9-13505a85a121" providerId="ADAL" clId="{BF6C5BB3-A7D3-415C-9597-B7855B4D1496}" dt="2024-07-15T13:26:45.643" v="65" actId="47"/>
        <pc:sldMkLst>
          <pc:docMk/>
          <pc:sldMk cId="1457546034" sldId="350"/>
        </pc:sldMkLst>
      </pc:sldChg>
      <pc:sldChg chg="add del">
        <pc:chgData name="Maged Elhamady" userId="3c668177-9cc3-4dff-81f9-13505a85a121" providerId="ADAL" clId="{BF6C5BB3-A7D3-415C-9597-B7855B4D1496}" dt="2024-07-15T13:26:18.897" v="55" actId="47"/>
        <pc:sldMkLst>
          <pc:docMk/>
          <pc:sldMk cId="343317202" sldId="351"/>
        </pc:sldMkLst>
      </pc:sldChg>
      <pc:sldChg chg="add del">
        <pc:chgData name="Maged Elhamady" userId="3c668177-9cc3-4dff-81f9-13505a85a121" providerId="ADAL" clId="{BF6C5BB3-A7D3-415C-9597-B7855B4D1496}" dt="2024-07-15T13:26:19.817" v="56" actId="47"/>
        <pc:sldMkLst>
          <pc:docMk/>
          <pc:sldMk cId="2080585116" sldId="352"/>
        </pc:sldMkLst>
      </pc:sldChg>
      <pc:sldChg chg="del">
        <pc:chgData name="Maged Elhamady" userId="3c668177-9cc3-4dff-81f9-13505a85a121" providerId="ADAL" clId="{BF6C5BB3-A7D3-415C-9597-B7855B4D1496}" dt="2024-07-15T13:24:46.909" v="37" actId="2696"/>
        <pc:sldMkLst>
          <pc:docMk/>
          <pc:sldMk cId="766973854" sldId="353"/>
        </pc:sldMkLst>
      </pc:sldChg>
      <pc:sldChg chg="addSp delSp modSp new mod">
        <pc:chgData name="Maged Elhamady" userId="3c668177-9cc3-4dff-81f9-13505a85a121" providerId="ADAL" clId="{BF6C5BB3-A7D3-415C-9597-B7855B4D1496}" dt="2024-07-15T10:33:59.792" v="36" actId="208"/>
        <pc:sldMkLst>
          <pc:docMk/>
          <pc:sldMk cId="1950568229" sldId="354"/>
        </pc:sldMkLst>
        <pc:spChg chg="add del mod">
          <ac:chgData name="Maged Elhamady" userId="3c668177-9cc3-4dff-81f9-13505a85a121" providerId="ADAL" clId="{BF6C5BB3-A7D3-415C-9597-B7855B4D1496}" dt="2024-07-15T10:32:45.874" v="16" actId="478"/>
          <ac:spMkLst>
            <pc:docMk/>
            <pc:sldMk cId="1950568229" sldId="354"/>
            <ac:spMk id="6" creationId="{EDC63391-BE81-9AF2-5D99-DA06BD8BF22A}"/>
          </ac:spMkLst>
        </pc:spChg>
        <pc:picChg chg="add mod">
          <ac:chgData name="Maged Elhamady" userId="3c668177-9cc3-4dff-81f9-13505a85a121" providerId="ADAL" clId="{BF6C5BB3-A7D3-415C-9597-B7855B4D1496}" dt="2024-07-15T10:31:30.066" v="5" actId="1076"/>
          <ac:picMkLst>
            <pc:docMk/>
            <pc:sldMk cId="1950568229" sldId="354"/>
            <ac:picMk id="3" creationId="{4EB51140-EDDB-48E8-A737-86BD26BF4C57}"/>
          </ac:picMkLst>
        </pc:picChg>
        <pc:picChg chg="add mod">
          <ac:chgData name="Maged Elhamady" userId="3c668177-9cc3-4dff-81f9-13505a85a121" providerId="ADAL" clId="{BF6C5BB3-A7D3-415C-9597-B7855B4D1496}" dt="2024-07-15T10:32:11.258" v="13" actId="1076"/>
          <ac:picMkLst>
            <pc:docMk/>
            <pc:sldMk cId="1950568229" sldId="354"/>
            <ac:picMk id="5" creationId="{1E866BEB-A7CF-6C78-4B58-7DFEA5C8AE78}"/>
          </ac:picMkLst>
        </pc:picChg>
        <pc:cxnChg chg="add del">
          <ac:chgData name="Maged Elhamady" userId="3c668177-9cc3-4dff-81f9-13505a85a121" providerId="ADAL" clId="{BF6C5BB3-A7D3-415C-9597-B7855B4D1496}" dt="2024-07-15T10:32:55.055" v="18" actId="11529"/>
          <ac:cxnSpMkLst>
            <pc:docMk/>
            <pc:sldMk cId="1950568229" sldId="354"/>
            <ac:cxnSpMk id="8" creationId="{E203C6AB-65BC-0720-5815-C88963A82A7A}"/>
          </ac:cxnSpMkLst>
        </pc:cxnChg>
        <pc:cxnChg chg="add mod">
          <ac:chgData name="Maged Elhamady" userId="3c668177-9cc3-4dff-81f9-13505a85a121" providerId="ADAL" clId="{BF6C5BB3-A7D3-415C-9597-B7855B4D1496}" dt="2024-07-15T10:33:30.371" v="30" actId="1582"/>
          <ac:cxnSpMkLst>
            <pc:docMk/>
            <pc:sldMk cId="1950568229" sldId="354"/>
            <ac:cxnSpMk id="10" creationId="{806ED998-8F6C-C03B-287E-DF8143994753}"/>
          </ac:cxnSpMkLst>
        </pc:cxnChg>
        <pc:cxnChg chg="add mod">
          <ac:chgData name="Maged Elhamady" userId="3c668177-9cc3-4dff-81f9-13505a85a121" providerId="ADAL" clId="{BF6C5BB3-A7D3-415C-9597-B7855B4D1496}" dt="2024-07-15T10:33:30.371" v="30" actId="1582"/>
          <ac:cxnSpMkLst>
            <pc:docMk/>
            <pc:sldMk cId="1950568229" sldId="354"/>
            <ac:cxnSpMk id="12" creationId="{3FD3B308-996E-2893-5BEE-CB7A825A10F5}"/>
          </ac:cxnSpMkLst>
        </pc:cxnChg>
        <pc:cxnChg chg="add mod">
          <ac:chgData name="Maged Elhamady" userId="3c668177-9cc3-4dff-81f9-13505a85a121" providerId="ADAL" clId="{BF6C5BB3-A7D3-415C-9597-B7855B4D1496}" dt="2024-07-15T10:33:50.186" v="33" actId="1582"/>
          <ac:cxnSpMkLst>
            <pc:docMk/>
            <pc:sldMk cId="1950568229" sldId="354"/>
            <ac:cxnSpMk id="15" creationId="{44D51CBF-EE47-608A-A30B-B6AD9C09081C}"/>
          </ac:cxnSpMkLst>
        </pc:cxnChg>
        <pc:cxnChg chg="add mod">
          <ac:chgData name="Maged Elhamady" userId="3c668177-9cc3-4dff-81f9-13505a85a121" providerId="ADAL" clId="{BF6C5BB3-A7D3-415C-9597-B7855B4D1496}" dt="2024-07-15T10:33:59.792" v="36" actId="208"/>
          <ac:cxnSpMkLst>
            <pc:docMk/>
            <pc:sldMk cId="1950568229" sldId="354"/>
            <ac:cxnSpMk id="16" creationId="{BD698F85-6E48-1369-E625-94B4375DD2B8}"/>
          </ac:cxnSpMkLst>
        </pc:cxnChg>
      </pc:sldChg>
      <pc:sldMasterChg chg="delSldLayout">
        <pc:chgData name="Maged Elhamady" userId="3c668177-9cc3-4dff-81f9-13505a85a121" providerId="ADAL" clId="{BF6C5BB3-A7D3-415C-9597-B7855B4D1496}" dt="2024-07-15T13:24:46.909" v="37" actId="2696"/>
        <pc:sldMasterMkLst>
          <pc:docMk/>
          <pc:sldMasterMk cId="0" sldId="2147483648"/>
        </pc:sldMasterMkLst>
        <pc:sldLayoutChg chg="del">
          <pc:chgData name="Maged Elhamady" userId="3c668177-9cc3-4dff-81f9-13505a85a121" providerId="ADAL" clId="{BF6C5BB3-A7D3-415C-9597-B7855B4D1496}" dt="2024-07-15T13:24:46.909" v="37" actId="2696"/>
          <pc:sldLayoutMkLst>
            <pc:docMk/>
            <pc:sldMasterMk cId="0" sldId="2147483648"/>
            <pc:sldLayoutMk cId="4258131415" sldId="2147483665"/>
          </pc:sldLayoutMkLst>
        </pc:sldLayoutChg>
      </pc:sldMasterChg>
    </pc:docChg>
  </pc:docChgLst>
  <pc:docChgLst>
    <pc:chgData name="Maged Elhamady" userId="3c668177-9cc3-4dff-81f9-13505a85a121" providerId="ADAL" clId="{30B1A401-377E-4E73-8245-F7B99675B277}"/>
    <pc:docChg chg="custSel modSld">
      <pc:chgData name="Maged Elhamady" userId="3c668177-9cc3-4dff-81f9-13505a85a121" providerId="ADAL" clId="{30B1A401-377E-4E73-8245-F7B99675B277}" dt="2024-01-09T06:14:18.323" v="4" actId="1076"/>
      <pc:docMkLst>
        <pc:docMk/>
      </pc:docMkLst>
      <pc:sldChg chg="addSp delSp modSp mod">
        <pc:chgData name="Maged Elhamady" userId="3c668177-9cc3-4dff-81f9-13505a85a121" providerId="ADAL" clId="{30B1A401-377E-4E73-8245-F7B99675B277}" dt="2024-01-09T06:14:18.323" v="4" actId="1076"/>
        <pc:sldMkLst>
          <pc:docMk/>
          <pc:sldMk cId="343317202" sldId="351"/>
        </pc:sldMkLst>
        <pc:picChg chg="del">
          <ac:chgData name="Maged Elhamady" userId="3c668177-9cc3-4dff-81f9-13505a85a121" providerId="ADAL" clId="{30B1A401-377E-4E73-8245-F7B99675B277}" dt="2024-01-09T06:14:12.779" v="0" actId="478"/>
          <ac:picMkLst>
            <pc:docMk/>
            <pc:sldMk cId="343317202" sldId="351"/>
            <ac:picMk id="5" creationId="{AC2C9E40-EFE8-DBCA-3FAB-32CB2A73569B}"/>
          </ac:picMkLst>
        </pc:picChg>
        <pc:picChg chg="add mod ord">
          <ac:chgData name="Maged Elhamady" userId="3c668177-9cc3-4dff-81f9-13505a85a121" providerId="ADAL" clId="{30B1A401-377E-4E73-8245-F7B99675B277}" dt="2024-01-09T06:14:18.323" v="4" actId="1076"/>
          <ac:picMkLst>
            <pc:docMk/>
            <pc:sldMk cId="343317202" sldId="351"/>
            <ac:picMk id="7" creationId="{84415BD0-9193-C9CA-AB73-CF71A9393B2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9575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9264065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867642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1121232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460507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4534161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7555852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4404162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4010753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9493637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6356494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4031245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7901542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042456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4849843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DEFAUL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6F113-793F-F57B-AF67-3EB2C5AF1AE8}"/>
              </a:ext>
            </a:extLst>
          </p:cNvPr>
          <p:cNvSpPr>
            <a:spLocks noGrp="1"/>
          </p:cNvSpPr>
          <p:nvPr>
            <p:ph type="title"/>
          </p:nvPr>
        </p:nvSpPr>
        <p:spPr>
          <a:xfrm>
            <a:off x="576470" y="1537077"/>
            <a:ext cx="8886824" cy="876680"/>
          </a:xfrm>
          <a:prstGeom prst="rect">
            <a:avLst/>
          </a:prstGeom>
          <a:noFill/>
          <a:ln/>
        </p:spPr>
        <p:txBody>
          <a:bodyPr wrap="square" lIns="0" tIns="0" rIns="0" bIns="0" rtlCol="0" anchor="t"/>
          <a:lstStyle>
            <a:lvl1pPr algn="l">
              <a:defRPr lang="ru-RU" sz="4425" b="0" i="0" dirty="0">
                <a:solidFill>
                  <a:schemeClr val="tx1"/>
                </a:solidFill>
                <a:latin typeface="Inter Medium" panose="02000503000000020004" pitchFamily="2" charset="0"/>
                <a:ea typeface="Inter Medium" panose="02000503000000020004" pitchFamily="2" charset="0"/>
                <a:cs typeface="Inter Medium" panose="02000503000000020004" pitchFamily="2" charset="0"/>
              </a:defRPr>
            </a:lvl1pPr>
          </a:lstStyle>
          <a:p>
            <a:pPr marL="0" lvl="0" algn="l">
              <a:lnSpc>
                <a:spcPts val="4800"/>
              </a:lnSpc>
              <a:spcAft>
                <a:spcPts val="2400"/>
              </a:spcAft>
            </a:pPr>
            <a:r>
              <a:rPr lang="en-US"/>
              <a:t>Click to edit Master title style</a:t>
            </a:r>
            <a:endParaRPr lang="ru-RU" dirty="0"/>
          </a:p>
        </p:txBody>
      </p:sp>
      <p:sp>
        <p:nvSpPr>
          <p:cNvPr id="3" name="Text Placeholder 5">
            <a:extLst>
              <a:ext uri="{FF2B5EF4-FFF2-40B4-BE49-F238E27FC236}">
                <a16:creationId xmlns:a16="http://schemas.microsoft.com/office/drawing/2014/main" id="{33D18DE4-824B-BD93-67E6-C5B328B7E3F4}"/>
              </a:ext>
            </a:extLst>
          </p:cNvPr>
          <p:cNvSpPr>
            <a:spLocks noGrp="1"/>
          </p:cNvSpPr>
          <p:nvPr>
            <p:ph type="body" sz="quarter" idx="13" hasCustomPrompt="1"/>
          </p:nvPr>
        </p:nvSpPr>
        <p:spPr>
          <a:xfrm>
            <a:off x="576469" y="7511761"/>
            <a:ext cx="6780295" cy="1828800"/>
          </a:xfrm>
          <a:prstGeom prst="rect">
            <a:avLst/>
          </a:prstGeom>
          <a:noFill/>
          <a:ln/>
        </p:spPr>
        <p:txBody>
          <a:bodyPr wrap="square" lIns="0" tIns="0" rIns="0" bIns="0" rtlCol="0" anchor="b"/>
          <a:lstStyle>
            <a:lvl1pPr marL="0" indent="0" algn="l">
              <a:lnSpc>
                <a:spcPts val="3600"/>
              </a:lnSpc>
              <a:spcAft>
                <a:spcPts val="1200"/>
              </a:spcAft>
              <a:buNone/>
              <a:defRPr lang="en-US" sz="2175" b="0" i="0" dirty="0">
                <a:solidFill>
                  <a:schemeClr val="tx1"/>
                </a:solidFill>
                <a:latin typeface="Inter" panose="02000503000000020004" pitchFamily="2" charset="0"/>
                <a:ea typeface="Inter" panose="02000503000000020004" pitchFamily="2" charset="0"/>
                <a:cs typeface="Inter" panose="02000503000000020004" pitchFamily="2" charset="0"/>
              </a:defRPr>
            </a:lvl1pPr>
          </a:lstStyle>
          <a:p>
            <a:pPr algn="l">
              <a:lnSpc>
                <a:spcPts val="3600"/>
              </a:lnSpc>
              <a:spcAft>
                <a:spcPts val="1200"/>
              </a:spcAft>
            </a:pPr>
            <a:r>
              <a:rPr lang="en-US" sz="2175" b="0" i="0" dirty="0">
                <a:solidFill>
                  <a:srgbClr val="1A1A1A"/>
                </a:solidFill>
                <a:latin typeface="Inter Regular" pitchFamily="34" charset="0"/>
                <a:ea typeface="Inter Regular" pitchFamily="34" charset="-122"/>
                <a:cs typeface="Inter Regular" pitchFamily="34" charset="-120"/>
              </a:rPr>
              <a:t>Lorem ipsum dolor sit </a:t>
            </a:r>
            <a:r>
              <a:rPr lang="en-US" sz="2175" b="0" i="0" dirty="0" err="1">
                <a:solidFill>
                  <a:srgbClr val="1A1A1A"/>
                </a:solidFill>
                <a:latin typeface="Inter Regular" pitchFamily="34" charset="0"/>
                <a:ea typeface="Inter Regular" pitchFamily="34" charset="-122"/>
                <a:cs typeface="Inter Regular" pitchFamily="34" charset="-120"/>
              </a:rPr>
              <a:t>amet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consectetur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adipiscing</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elit</a:t>
            </a:r>
            <a:r>
              <a:rPr lang="en-US" sz="2175" b="0" i="0" dirty="0">
                <a:solidFill>
                  <a:srgbClr val="1A1A1A"/>
                </a:solidFill>
                <a:latin typeface="Inter Regular" pitchFamily="34" charset="0"/>
                <a:ea typeface="Inter Regular" pitchFamily="34" charset="-122"/>
                <a:cs typeface="Inter Regular" pitchFamily="34" charset="-120"/>
              </a:rPr>
              <a:t>, sed do </a:t>
            </a:r>
            <a:r>
              <a:rPr lang="en-US" sz="2175" b="0" i="0" dirty="0" err="1">
                <a:solidFill>
                  <a:srgbClr val="1A1A1A"/>
                </a:solidFill>
                <a:latin typeface="Inter Regular" pitchFamily="34" charset="0"/>
                <a:ea typeface="Inter Regular" pitchFamily="34" charset="-122"/>
                <a:cs typeface="Inter Regular" pitchFamily="34" charset="-120"/>
              </a:rPr>
              <a:t>eiusmod</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tempor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incididunt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ut</a:t>
            </a:r>
            <a:r>
              <a:rPr lang="en-US" sz="2175" b="0" i="0" dirty="0">
                <a:solidFill>
                  <a:srgbClr val="1A1A1A"/>
                </a:solidFill>
                <a:latin typeface="Inter Regular" pitchFamily="34" charset="0"/>
                <a:ea typeface="Inter Regular" pitchFamily="34" charset="-122"/>
                <a:cs typeface="Inter Regular" pitchFamily="34" charset="-120"/>
              </a:rPr>
              <a:t> labore et dolore magna</a:t>
            </a:r>
            <a:endParaRPr lang="en-US" sz="2175" dirty="0"/>
          </a:p>
        </p:txBody>
      </p:sp>
      <p:sp>
        <p:nvSpPr>
          <p:cNvPr id="4" name="Text Placeholder 5">
            <a:extLst>
              <a:ext uri="{FF2B5EF4-FFF2-40B4-BE49-F238E27FC236}">
                <a16:creationId xmlns:a16="http://schemas.microsoft.com/office/drawing/2014/main" id="{88C99151-9C7B-3D4D-61E2-4AF2778244EC}"/>
              </a:ext>
            </a:extLst>
          </p:cNvPr>
          <p:cNvSpPr>
            <a:spLocks noGrp="1"/>
          </p:cNvSpPr>
          <p:nvPr>
            <p:ph type="body" sz="quarter" idx="14" hasCustomPrompt="1"/>
          </p:nvPr>
        </p:nvSpPr>
        <p:spPr>
          <a:xfrm>
            <a:off x="576469" y="5876926"/>
            <a:ext cx="4639767" cy="1828800"/>
          </a:xfrm>
          <a:prstGeom prst="rect">
            <a:avLst/>
          </a:prstGeom>
          <a:noFill/>
          <a:ln/>
        </p:spPr>
        <p:txBody>
          <a:bodyPr wrap="square" lIns="0" tIns="0" rIns="0" bIns="0" rtlCol="0" anchor="b"/>
          <a:lstStyle>
            <a:lvl1pPr marL="0" indent="0">
              <a:buNone/>
              <a:defRPr lang="en-US" sz="3000" b="0" i="0" dirty="0" smtClean="0">
                <a:solidFill>
                  <a:srgbClr val="1A1A1A"/>
                </a:solidFill>
                <a:latin typeface="Suisse Int'l Regular" pitchFamily="34" charset="0"/>
                <a:ea typeface="Suisse Int'l Regular" pitchFamily="34" charset="-122"/>
                <a:cs typeface="Suisse Int'l Regular" pitchFamily="34" charset="-120"/>
              </a:defRPr>
            </a:lvl1pPr>
          </a:lstStyle>
          <a:p>
            <a:pPr marL="0" lvl="0">
              <a:lnSpc>
                <a:spcPts val="4200"/>
              </a:lnSpc>
              <a:spcAft>
                <a:spcPts val="2400"/>
              </a:spcAft>
            </a:pPr>
            <a:r>
              <a:rPr lang="en-US" sz="2175" b="0" i="0" dirty="0">
                <a:solidFill>
                  <a:srgbClr val="1A1A1A"/>
                </a:solidFill>
                <a:latin typeface="Inter Regular" pitchFamily="34" charset="0"/>
                <a:ea typeface="Inter Regular" pitchFamily="34" charset="-122"/>
                <a:cs typeface="Inter Regular" pitchFamily="34" charset="-120"/>
              </a:rPr>
              <a:t>Lorem Ipsum</a:t>
            </a:r>
          </a:p>
        </p:txBody>
      </p:sp>
      <p:sp>
        <p:nvSpPr>
          <p:cNvPr id="5" name="Text Placeholder 5">
            <a:extLst>
              <a:ext uri="{FF2B5EF4-FFF2-40B4-BE49-F238E27FC236}">
                <a16:creationId xmlns:a16="http://schemas.microsoft.com/office/drawing/2014/main" id="{A60C5B61-64FE-AC7A-837E-9EA027EDCEC1}"/>
              </a:ext>
            </a:extLst>
          </p:cNvPr>
          <p:cNvSpPr>
            <a:spLocks noGrp="1"/>
          </p:cNvSpPr>
          <p:nvPr>
            <p:ph type="body" sz="quarter" idx="15" hasCustomPrompt="1"/>
          </p:nvPr>
        </p:nvSpPr>
        <p:spPr>
          <a:xfrm>
            <a:off x="9144000" y="7511761"/>
            <a:ext cx="7556902" cy="1828800"/>
          </a:xfrm>
          <a:prstGeom prst="rect">
            <a:avLst/>
          </a:prstGeom>
          <a:noFill/>
          <a:ln/>
        </p:spPr>
        <p:txBody>
          <a:bodyPr wrap="square" lIns="0" tIns="0" rIns="0" bIns="0" rtlCol="0" anchor="b"/>
          <a:lstStyle>
            <a:lvl1pPr marL="0" indent="0" algn="l">
              <a:lnSpc>
                <a:spcPts val="3600"/>
              </a:lnSpc>
              <a:spcAft>
                <a:spcPts val="1200"/>
              </a:spcAft>
              <a:buNone/>
              <a:defRPr lang="en-US" sz="2175" b="0" i="0" dirty="0">
                <a:solidFill>
                  <a:schemeClr val="tx1"/>
                </a:solidFill>
                <a:latin typeface="Inter" panose="02000503000000020004" pitchFamily="2" charset="0"/>
                <a:ea typeface="Inter" panose="02000503000000020004" pitchFamily="2" charset="0"/>
                <a:cs typeface="Inter" panose="02000503000000020004" pitchFamily="2" charset="0"/>
              </a:defRPr>
            </a:lvl1pPr>
          </a:lstStyle>
          <a:p>
            <a:pPr algn="l">
              <a:lnSpc>
                <a:spcPts val="3600"/>
              </a:lnSpc>
              <a:spcAft>
                <a:spcPts val="1200"/>
              </a:spcAft>
            </a:pPr>
            <a:r>
              <a:rPr lang="en-US" sz="2175" b="0" i="0" dirty="0">
                <a:solidFill>
                  <a:srgbClr val="1A1A1A"/>
                </a:solidFill>
                <a:latin typeface="Inter Regular" pitchFamily="34" charset="0"/>
                <a:ea typeface="Inter Regular" pitchFamily="34" charset="-122"/>
                <a:cs typeface="Inter Regular" pitchFamily="34" charset="-120"/>
              </a:rPr>
              <a:t>Lorem ipsum dolor sit </a:t>
            </a:r>
            <a:r>
              <a:rPr lang="en-US" sz="2175" b="0" i="0" dirty="0" err="1">
                <a:solidFill>
                  <a:srgbClr val="1A1A1A"/>
                </a:solidFill>
                <a:latin typeface="Inter Regular" pitchFamily="34" charset="0"/>
                <a:ea typeface="Inter Regular" pitchFamily="34" charset="-122"/>
                <a:cs typeface="Inter Regular" pitchFamily="34" charset="-120"/>
              </a:rPr>
              <a:t>amet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consectetur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adipiscing</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elit</a:t>
            </a:r>
            <a:r>
              <a:rPr lang="en-US" sz="2175" b="0" i="0" dirty="0">
                <a:solidFill>
                  <a:srgbClr val="1A1A1A"/>
                </a:solidFill>
                <a:latin typeface="Inter Regular" pitchFamily="34" charset="0"/>
                <a:ea typeface="Inter Regular" pitchFamily="34" charset="-122"/>
                <a:cs typeface="Inter Regular" pitchFamily="34" charset="-120"/>
              </a:rPr>
              <a:t>, sed do </a:t>
            </a:r>
            <a:r>
              <a:rPr lang="en-US" sz="2175" b="0" i="0" dirty="0" err="1">
                <a:solidFill>
                  <a:srgbClr val="1A1A1A"/>
                </a:solidFill>
                <a:latin typeface="Inter Regular" pitchFamily="34" charset="0"/>
                <a:ea typeface="Inter Regular" pitchFamily="34" charset="-122"/>
                <a:cs typeface="Inter Regular" pitchFamily="34" charset="-120"/>
              </a:rPr>
              <a:t>eiusmod</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tempor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incididunt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ut</a:t>
            </a:r>
            <a:r>
              <a:rPr lang="en-US" sz="2175" b="0" i="0" dirty="0">
                <a:solidFill>
                  <a:srgbClr val="1A1A1A"/>
                </a:solidFill>
                <a:latin typeface="Inter Regular" pitchFamily="34" charset="0"/>
                <a:ea typeface="Inter Regular" pitchFamily="34" charset="-122"/>
                <a:cs typeface="Inter Regular" pitchFamily="34" charset="-120"/>
              </a:rPr>
              <a:t> labore et dolore magna</a:t>
            </a:r>
            <a:endParaRPr lang="en-US" sz="2175" dirty="0"/>
          </a:p>
        </p:txBody>
      </p:sp>
      <p:sp>
        <p:nvSpPr>
          <p:cNvPr id="6" name="Text Placeholder 5">
            <a:extLst>
              <a:ext uri="{FF2B5EF4-FFF2-40B4-BE49-F238E27FC236}">
                <a16:creationId xmlns:a16="http://schemas.microsoft.com/office/drawing/2014/main" id="{AF7484F8-546B-7661-848D-228C9FEE09C5}"/>
              </a:ext>
            </a:extLst>
          </p:cNvPr>
          <p:cNvSpPr>
            <a:spLocks noGrp="1"/>
          </p:cNvSpPr>
          <p:nvPr>
            <p:ph type="body" sz="quarter" idx="16" hasCustomPrompt="1"/>
          </p:nvPr>
        </p:nvSpPr>
        <p:spPr>
          <a:xfrm>
            <a:off x="9144000" y="5876926"/>
            <a:ext cx="4639767" cy="1828800"/>
          </a:xfrm>
          <a:prstGeom prst="rect">
            <a:avLst/>
          </a:prstGeom>
          <a:noFill/>
          <a:ln/>
        </p:spPr>
        <p:txBody>
          <a:bodyPr wrap="square" lIns="0" tIns="0" rIns="0" bIns="0" rtlCol="0" anchor="b"/>
          <a:lstStyle>
            <a:lvl1pPr marL="0" indent="0">
              <a:buNone/>
              <a:defRPr lang="en-US" sz="3000" b="0" i="0" dirty="0" smtClean="0">
                <a:solidFill>
                  <a:srgbClr val="1A1A1A"/>
                </a:solidFill>
                <a:latin typeface="Suisse Int'l Regular" pitchFamily="34" charset="0"/>
                <a:ea typeface="Suisse Int'l Regular" pitchFamily="34" charset="-122"/>
                <a:cs typeface="Suisse Int'l Regular" pitchFamily="34" charset="-120"/>
              </a:defRPr>
            </a:lvl1pPr>
          </a:lstStyle>
          <a:p>
            <a:pPr marL="0" lvl="0">
              <a:lnSpc>
                <a:spcPts val="4200"/>
              </a:lnSpc>
              <a:spcAft>
                <a:spcPts val="2400"/>
              </a:spcAft>
            </a:pPr>
            <a:r>
              <a:rPr lang="en-US" sz="2175" b="0" i="0" dirty="0">
                <a:solidFill>
                  <a:srgbClr val="1A1A1A"/>
                </a:solidFill>
                <a:latin typeface="Inter Regular" pitchFamily="34" charset="0"/>
                <a:ea typeface="Inter Regular" pitchFamily="34" charset="-122"/>
                <a:cs typeface="Inter Regular" pitchFamily="34" charset="-120"/>
              </a:rPr>
              <a:t>Lorem Ipsum</a:t>
            </a:r>
          </a:p>
        </p:txBody>
      </p:sp>
    </p:spTree>
    <p:extLst>
      <p:ext uri="{BB962C8B-B14F-4D97-AF65-F5344CB8AC3E}">
        <p14:creationId xmlns:p14="http://schemas.microsoft.com/office/powerpoint/2010/main" val="37832888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DEFAULT">
    <p:bg>
      <p:bgRef idx="1001">
        <a:schemeClr val="bg1"/>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D76EC1BC-8E51-B269-1E3D-93A41BC5850E}"/>
              </a:ext>
            </a:extLst>
          </p:cNvPr>
          <p:cNvSpPr>
            <a:spLocks noGrp="1"/>
          </p:cNvSpPr>
          <p:nvPr>
            <p:ph type="title"/>
          </p:nvPr>
        </p:nvSpPr>
        <p:spPr>
          <a:xfrm>
            <a:off x="576470" y="1537077"/>
            <a:ext cx="8089548" cy="876680"/>
          </a:xfrm>
          <a:prstGeom prst="rect">
            <a:avLst/>
          </a:prstGeom>
          <a:noFill/>
          <a:ln/>
        </p:spPr>
        <p:txBody>
          <a:bodyPr wrap="square" lIns="0" tIns="0" rIns="0" bIns="0" rtlCol="0" anchor="t"/>
          <a:lstStyle>
            <a:lvl1pPr algn="l">
              <a:defRPr lang="ru-RU" sz="4425" b="0" i="0" dirty="0">
                <a:solidFill>
                  <a:schemeClr val="tx1"/>
                </a:solidFill>
                <a:latin typeface="Inter Medium" panose="02000503000000020004" pitchFamily="2" charset="0"/>
                <a:ea typeface="Inter Medium" panose="02000503000000020004" pitchFamily="2" charset="0"/>
                <a:cs typeface="Inter Medium" panose="02000503000000020004" pitchFamily="2" charset="0"/>
              </a:defRPr>
            </a:lvl1pPr>
          </a:lstStyle>
          <a:p>
            <a:pPr marL="0" lvl="0" algn="l">
              <a:lnSpc>
                <a:spcPts val="4800"/>
              </a:lnSpc>
              <a:spcAft>
                <a:spcPts val="2400"/>
              </a:spcAft>
            </a:pPr>
            <a:r>
              <a:rPr lang="en-US"/>
              <a:t>Click to edit Master title style</a:t>
            </a:r>
            <a:endParaRPr lang="ru-RU" dirty="0"/>
          </a:p>
        </p:txBody>
      </p:sp>
      <p:sp>
        <p:nvSpPr>
          <p:cNvPr id="14" name="Text Placeholder 5">
            <a:extLst>
              <a:ext uri="{FF2B5EF4-FFF2-40B4-BE49-F238E27FC236}">
                <a16:creationId xmlns:a16="http://schemas.microsoft.com/office/drawing/2014/main" id="{2C5B329B-499C-484A-2CD7-63FDBA0B83A8}"/>
              </a:ext>
            </a:extLst>
          </p:cNvPr>
          <p:cNvSpPr>
            <a:spLocks noGrp="1"/>
          </p:cNvSpPr>
          <p:nvPr>
            <p:ph type="body" sz="quarter" idx="13" hasCustomPrompt="1"/>
          </p:nvPr>
        </p:nvSpPr>
        <p:spPr>
          <a:xfrm>
            <a:off x="576469" y="2543175"/>
            <a:ext cx="8089549" cy="1467716"/>
          </a:xfrm>
          <a:prstGeom prst="rect">
            <a:avLst/>
          </a:prstGeom>
          <a:noFill/>
          <a:ln/>
        </p:spPr>
        <p:txBody>
          <a:bodyPr wrap="square" lIns="0" tIns="0" rIns="0" bIns="0" rtlCol="0" anchor="t"/>
          <a:lstStyle>
            <a:lvl1pPr marL="0" indent="0" algn="l">
              <a:lnSpc>
                <a:spcPts val="3600"/>
              </a:lnSpc>
              <a:spcAft>
                <a:spcPts val="1200"/>
              </a:spcAft>
              <a:buNone/>
              <a:defRPr lang="en-US" sz="2175" b="0" i="0" dirty="0">
                <a:solidFill>
                  <a:schemeClr val="tx1"/>
                </a:solidFill>
                <a:latin typeface="Inter" panose="02000503000000020004" pitchFamily="2" charset="0"/>
                <a:ea typeface="Inter" panose="02000503000000020004" pitchFamily="2" charset="0"/>
                <a:cs typeface="Inter" panose="02000503000000020004" pitchFamily="2" charset="0"/>
              </a:defRPr>
            </a:lvl1pPr>
          </a:lstStyle>
          <a:p>
            <a:pPr algn="l">
              <a:lnSpc>
                <a:spcPts val="3600"/>
              </a:lnSpc>
              <a:spcAft>
                <a:spcPts val="1200"/>
              </a:spcAft>
            </a:pPr>
            <a:r>
              <a:rPr lang="en-US" sz="2175" b="0" i="0" dirty="0">
                <a:solidFill>
                  <a:srgbClr val="1A1A1A"/>
                </a:solidFill>
                <a:latin typeface="Inter Regular" pitchFamily="34" charset="0"/>
                <a:ea typeface="Inter Regular" pitchFamily="34" charset="-122"/>
                <a:cs typeface="Inter Regular" pitchFamily="34" charset="-120"/>
              </a:rPr>
              <a:t>Lorem ipsum dolor sit </a:t>
            </a:r>
            <a:r>
              <a:rPr lang="en-US" sz="2175" b="0" i="0" dirty="0" err="1">
                <a:solidFill>
                  <a:srgbClr val="1A1A1A"/>
                </a:solidFill>
                <a:latin typeface="Inter Regular" pitchFamily="34" charset="0"/>
                <a:ea typeface="Inter Regular" pitchFamily="34" charset="-122"/>
                <a:cs typeface="Inter Regular" pitchFamily="34" charset="-120"/>
              </a:rPr>
              <a:t>amet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consectetur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adipiscing</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elit</a:t>
            </a:r>
            <a:r>
              <a:rPr lang="en-US" sz="2175" b="0" i="0" dirty="0">
                <a:solidFill>
                  <a:srgbClr val="1A1A1A"/>
                </a:solidFill>
                <a:latin typeface="Inter Regular" pitchFamily="34" charset="0"/>
                <a:ea typeface="Inter Regular" pitchFamily="34" charset="-122"/>
                <a:cs typeface="Inter Regular" pitchFamily="34" charset="-120"/>
              </a:rPr>
              <a:t>, sed do </a:t>
            </a:r>
            <a:r>
              <a:rPr lang="en-US" sz="2175" b="0" i="0" dirty="0" err="1">
                <a:solidFill>
                  <a:srgbClr val="1A1A1A"/>
                </a:solidFill>
                <a:latin typeface="Inter Regular" pitchFamily="34" charset="0"/>
                <a:ea typeface="Inter Regular" pitchFamily="34" charset="-122"/>
                <a:cs typeface="Inter Regular" pitchFamily="34" charset="-120"/>
              </a:rPr>
              <a:t>eiusmod</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tempor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incididunt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ut</a:t>
            </a:r>
            <a:r>
              <a:rPr lang="en-US" sz="2175" b="0" i="0" dirty="0">
                <a:solidFill>
                  <a:srgbClr val="1A1A1A"/>
                </a:solidFill>
                <a:latin typeface="Inter Regular" pitchFamily="34" charset="0"/>
                <a:ea typeface="Inter Regular" pitchFamily="34" charset="-122"/>
                <a:cs typeface="Inter Regular" pitchFamily="34" charset="-120"/>
              </a:rPr>
              <a:t> labore et dolore magna</a:t>
            </a:r>
            <a:endParaRPr lang="en-US" sz="2175" dirty="0"/>
          </a:p>
        </p:txBody>
      </p:sp>
      <p:sp>
        <p:nvSpPr>
          <p:cNvPr id="15" name="Text Placeholder 5">
            <a:extLst>
              <a:ext uri="{FF2B5EF4-FFF2-40B4-BE49-F238E27FC236}">
                <a16:creationId xmlns:a16="http://schemas.microsoft.com/office/drawing/2014/main" id="{03DA1CE6-1607-0D69-E38A-D36BDF01359B}"/>
              </a:ext>
            </a:extLst>
          </p:cNvPr>
          <p:cNvSpPr>
            <a:spLocks noGrp="1"/>
          </p:cNvSpPr>
          <p:nvPr>
            <p:ph type="body" sz="quarter" idx="14" hasCustomPrompt="1"/>
          </p:nvPr>
        </p:nvSpPr>
        <p:spPr>
          <a:xfrm>
            <a:off x="576469" y="5702010"/>
            <a:ext cx="3663022" cy="1467716"/>
          </a:xfrm>
          <a:prstGeom prst="rect">
            <a:avLst/>
          </a:prstGeom>
          <a:noFill/>
          <a:ln/>
        </p:spPr>
        <p:txBody>
          <a:bodyPr wrap="square" lIns="0" tIns="0" rIns="0" bIns="0" rtlCol="0" anchor="t"/>
          <a:lstStyle>
            <a:lvl1pPr marL="0" indent="0" algn="l">
              <a:lnSpc>
                <a:spcPts val="3600"/>
              </a:lnSpc>
              <a:spcAft>
                <a:spcPts val="1200"/>
              </a:spcAft>
              <a:buNone/>
              <a:defRPr lang="en-US" sz="2175" b="0" i="0" dirty="0">
                <a:solidFill>
                  <a:schemeClr val="tx1"/>
                </a:solidFill>
                <a:latin typeface="Inter" panose="02000503000000020004" pitchFamily="2" charset="0"/>
                <a:ea typeface="Inter" panose="02000503000000020004" pitchFamily="2" charset="0"/>
                <a:cs typeface="Inter" panose="02000503000000020004" pitchFamily="2" charset="0"/>
              </a:defRPr>
            </a:lvl1pPr>
          </a:lstStyle>
          <a:p>
            <a:pPr algn="l">
              <a:lnSpc>
                <a:spcPts val="3600"/>
              </a:lnSpc>
              <a:spcAft>
                <a:spcPts val="1200"/>
              </a:spcAft>
            </a:pPr>
            <a:r>
              <a:rPr lang="en-US" sz="2175" b="0" i="0" dirty="0">
                <a:solidFill>
                  <a:srgbClr val="1A1A1A"/>
                </a:solidFill>
                <a:latin typeface="Inter Regular" pitchFamily="34" charset="0"/>
                <a:ea typeface="Inter Regular" pitchFamily="34" charset="-122"/>
                <a:cs typeface="Inter Regular" pitchFamily="34" charset="-120"/>
              </a:rPr>
              <a:t>Lorem ipsum dolor sit </a:t>
            </a:r>
            <a:r>
              <a:rPr lang="en-US" sz="2175" b="0" i="0" dirty="0" err="1">
                <a:solidFill>
                  <a:srgbClr val="1A1A1A"/>
                </a:solidFill>
                <a:latin typeface="Inter Regular" pitchFamily="34" charset="0"/>
                <a:ea typeface="Inter Regular" pitchFamily="34" charset="-122"/>
                <a:cs typeface="Inter Regular" pitchFamily="34" charset="-120"/>
              </a:rPr>
              <a:t>amet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consectetur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adipiscing</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elit</a:t>
            </a:r>
            <a:r>
              <a:rPr lang="en-US" sz="2175" b="0" i="0" dirty="0">
                <a:solidFill>
                  <a:srgbClr val="1A1A1A"/>
                </a:solidFill>
                <a:latin typeface="Inter Regular" pitchFamily="34" charset="0"/>
                <a:ea typeface="Inter Regular" pitchFamily="34" charset="-122"/>
                <a:cs typeface="Inter Regular" pitchFamily="34" charset="-120"/>
              </a:rPr>
              <a:t>, sed do</a:t>
            </a:r>
            <a:endParaRPr lang="en-US" sz="2175" dirty="0"/>
          </a:p>
        </p:txBody>
      </p:sp>
      <p:sp>
        <p:nvSpPr>
          <p:cNvPr id="17" name="Text Placeholder 5">
            <a:extLst>
              <a:ext uri="{FF2B5EF4-FFF2-40B4-BE49-F238E27FC236}">
                <a16:creationId xmlns:a16="http://schemas.microsoft.com/office/drawing/2014/main" id="{FC1CF4F0-5E71-61EE-C409-7F7444AE30E9}"/>
              </a:ext>
            </a:extLst>
          </p:cNvPr>
          <p:cNvSpPr>
            <a:spLocks noGrp="1"/>
          </p:cNvSpPr>
          <p:nvPr>
            <p:ph type="body" sz="quarter" idx="15" hasCustomPrompt="1"/>
          </p:nvPr>
        </p:nvSpPr>
        <p:spPr>
          <a:xfrm>
            <a:off x="5023778" y="5702010"/>
            <a:ext cx="3663022" cy="1467716"/>
          </a:xfrm>
          <a:prstGeom prst="rect">
            <a:avLst/>
          </a:prstGeom>
          <a:noFill/>
          <a:ln/>
        </p:spPr>
        <p:txBody>
          <a:bodyPr wrap="square" lIns="0" tIns="0" rIns="0" bIns="0" rtlCol="0" anchor="t"/>
          <a:lstStyle>
            <a:lvl1pPr marL="0" indent="0" algn="l">
              <a:lnSpc>
                <a:spcPts val="3600"/>
              </a:lnSpc>
              <a:spcAft>
                <a:spcPts val="1200"/>
              </a:spcAft>
              <a:buNone/>
              <a:defRPr lang="en-US" sz="2175" b="0" i="0" dirty="0">
                <a:solidFill>
                  <a:schemeClr val="tx1"/>
                </a:solidFill>
                <a:latin typeface="Inter" panose="02000503000000020004" pitchFamily="2" charset="0"/>
                <a:ea typeface="Inter" panose="02000503000000020004" pitchFamily="2" charset="0"/>
                <a:cs typeface="Inter" panose="02000503000000020004" pitchFamily="2" charset="0"/>
              </a:defRPr>
            </a:lvl1pPr>
          </a:lstStyle>
          <a:p>
            <a:pPr algn="l">
              <a:lnSpc>
                <a:spcPts val="3600"/>
              </a:lnSpc>
              <a:spcAft>
                <a:spcPts val="1200"/>
              </a:spcAft>
            </a:pPr>
            <a:r>
              <a:rPr lang="en-US" sz="2175" b="0" i="0" dirty="0">
                <a:solidFill>
                  <a:srgbClr val="1A1A1A"/>
                </a:solidFill>
                <a:latin typeface="Inter Regular" pitchFamily="34" charset="0"/>
                <a:ea typeface="Inter Regular" pitchFamily="34" charset="-122"/>
                <a:cs typeface="Inter Regular" pitchFamily="34" charset="-120"/>
              </a:rPr>
              <a:t>Lorem ipsum dolor sit </a:t>
            </a:r>
            <a:r>
              <a:rPr lang="en-US" sz="2175" b="0" i="0" dirty="0" err="1">
                <a:solidFill>
                  <a:srgbClr val="1A1A1A"/>
                </a:solidFill>
                <a:latin typeface="Inter Regular" pitchFamily="34" charset="0"/>
                <a:ea typeface="Inter Regular" pitchFamily="34" charset="-122"/>
                <a:cs typeface="Inter Regular" pitchFamily="34" charset="-120"/>
              </a:rPr>
              <a:t>amet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consectetur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adipiscing</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elit</a:t>
            </a:r>
            <a:r>
              <a:rPr lang="en-US" sz="2175" b="0" i="0" dirty="0">
                <a:solidFill>
                  <a:srgbClr val="1A1A1A"/>
                </a:solidFill>
                <a:latin typeface="Inter Regular" pitchFamily="34" charset="0"/>
                <a:ea typeface="Inter Regular" pitchFamily="34" charset="-122"/>
                <a:cs typeface="Inter Regular" pitchFamily="34" charset="-120"/>
              </a:rPr>
              <a:t>, sed do</a:t>
            </a:r>
            <a:endParaRPr lang="en-US" sz="2175" dirty="0"/>
          </a:p>
        </p:txBody>
      </p:sp>
      <p:sp>
        <p:nvSpPr>
          <p:cNvPr id="18" name="Text Placeholder 5">
            <a:extLst>
              <a:ext uri="{FF2B5EF4-FFF2-40B4-BE49-F238E27FC236}">
                <a16:creationId xmlns:a16="http://schemas.microsoft.com/office/drawing/2014/main" id="{68AF3249-B921-5ED5-4ED8-72D8CD98846A}"/>
              </a:ext>
            </a:extLst>
          </p:cNvPr>
          <p:cNvSpPr>
            <a:spLocks noGrp="1"/>
          </p:cNvSpPr>
          <p:nvPr>
            <p:ph type="body" sz="quarter" idx="16" hasCustomPrompt="1"/>
          </p:nvPr>
        </p:nvSpPr>
        <p:spPr>
          <a:xfrm>
            <a:off x="576469" y="8216611"/>
            <a:ext cx="3663022" cy="1467716"/>
          </a:xfrm>
          <a:prstGeom prst="rect">
            <a:avLst/>
          </a:prstGeom>
          <a:noFill/>
          <a:ln/>
        </p:spPr>
        <p:txBody>
          <a:bodyPr wrap="square" lIns="0" tIns="0" rIns="0" bIns="0" rtlCol="0" anchor="t"/>
          <a:lstStyle>
            <a:lvl1pPr marL="0" indent="0" algn="l">
              <a:lnSpc>
                <a:spcPts val="3600"/>
              </a:lnSpc>
              <a:spcAft>
                <a:spcPts val="1200"/>
              </a:spcAft>
              <a:buNone/>
              <a:defRPr lang="en-US" sz="2175" b="0" i="0" dirty="0">
                <a:solidFill>
                  <a:schemeClr val="tx1"/>
                </a:solidFill>
                <a:latin typeface="Inter" panose="02000503000000020004" pitchFamily="2" charset="0"/>
                <a:ea typeface="Inter" panose="02000503000000020004" pitchFamily="2" charset="0"/>
                <a:cs typeface="Inter" panose="02000503000000020004" pitchFamily="2" charset="0"/>
              </a:defRPr>
            </a:lvl1pPr>
          </a:lstStyle>
          <a:p>
            <a:pPr algn="l">
              <a:lnSpc>
                <a:spcPts val="3600"/>
              </a:lnSpc>
              <a:spcAft>
                <a:spcPts val="1200"/>
              </a:spcAft>
            </a:pPr>
            <a:r>
              <a:rPr lang="en-US" sz="2175" b="0" i="0" dirty="0">
                <a:solidFill>
                  <a:srgbClr val="1A1A1A"/>
                </a:solidFill>
                <a:latin typeface="Inter Regular" pitchFamily="34" charset="0"/>
                <a:ea typeface="Inter Regular" pitchFamily="34" charset="-122"/>
                <a:cs typeface="Inter Regular" pitchFamily="34" charset="-120"/>
              </a:rPr>
              <a:t>Lorem ipsum dolor sit </a:t>
            </a:r>
            <a:r>
              <a:rPr lang="en-US" sz="2175" b="0" i="0" dirty="0" err="1">
                <a:solidFill>
                  <a:srgbClr val="1A1A1A"/>
                </a:solidFill>
                <a:latin typeface="Inter Regular" pitchFamily="34" charset="0"/>
                <a:ea typeface="Inter Regular" pitchFamily="34" charset="-122"/>
                <a:cs typeface="Inter Regular" pitchFamily="34" charset="-120"/>
              </a:rPr>
              <a:t>amet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consectetur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adipiscing</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elit</a:t>
            </a:r>
            <a:r>
              <a:rPr lang="en-US" sz="2175" b="0" i="0" dirty="0">
                <a:solidFill>
                  <a:srgbClr val="1A1A1A"/>
                </a:solidFill>
                <a:latin typeface="Inter Regular" pitchFamily="34" charset="0"/>
                <a:ea typeface="Inter Regular" pitchFamily="34" charset="-122"/>
                <a:cs typeface="Inter Regular" pitchFamily="34" charset="-120"/>
              </a:rPr>
              <a:t>, sed do</a:t>
            </a:r>
            <a:endParaRPr lang="en-US" sz="2175" dirty="0"/>
          </a:p>
        </p:txBody>
      </p:sp>
      <p:sp>
        <p:nvSpPr>
          <p:cNvPr id="19" name="Text Placeholder 5">
            <a:extLst>
              <a:ext uri="{FF2B5EF4-FFF2-40B4-BE49-F238E27FC236}">
                <a16:creationId xmlns:a16="http://schemas.microsoft.com/office/drawing/2014/main" id="{3CAC3880-5D51-BC38-8717-C0E8B269033B}"/>
              </a:ext>
            </a:extLst>
          </p:cNvPr>
          <p:cNvSpPr>
            <a:spLocks noGrp="1"/>
          </p:cNvSpPr>
          <p:nvPr>
            <p:ph type="body" sz="quarter" idx="17" hasCustomPrompt="1"/>
          </p:nvPr>
        </p:nvSpPr>
        <p:spPr>
          <a:xfrm>
            <a:off x="5023778" y="8216611"/>
            <a:ext cx="3663022" cy="1467716"/>
          </a:xfrm>
          <a:prstGeom prst="rect">
            <a:avLst/>
          </a:prstGeom>
          <a:noFill/>
          <a:ln/>
        </p:spPr>
        <p:txBody>
          <a:bodyPr wrap="square" lIns="0" tIns="0" rIns="0" bIns="0" rtlCol="0" anchor="t"/>
          <a:lstStyle>
            <a:lvl1pPr marL="0" indent="0" algn="l">
              <a:lnSpc>
                <a:spcPts val="3600"/>
              </a:lnSpc>
              <a:spcAft>
                <a:spcPts val="1200"/>
              </a:spcAft>
              <a:buNone/>
              <a:defRPr lang="en-US" sz="2175" b="0" i="0" dirty="0">
                <a:solidFill>
                  <a:schemeClr val="tx1"/>
                </a:solidFill>
                <a:latin typeface="Inter" panose="02000503000000020004" pitchFamily="2" charset="0"/>
                <a:ea typeface="Inter" panose="02000503000000020004" pitchFamily="2" charset="0"/>
                <a:cs typeface="Inter" panose="02000503000000020004" pitchFamily="2" charset="0"/>
              </a:defRPr>
            </a:lvl1pPr>
          </a:lstStyle>
          <a:p>
            <a:pPr algn="l">
              <a:lnSpc>
                <a:spcPts val="3600"/>
              </a:lnSpc>
              <a:spcAft>
                <a:spcPts val="1200"/>
              </a:spcAft>
            </a:pPr>
            <a:r>
              <a:rPr lang="en-US" sz="2175" b="0" i="0" dirty="0">
                <a:solidFill>
                  <a:srgbClr val="1A1A1A"/>
                </a:solidFill>
                <a:latin typeface="Inter Regular" pitchFamily="34" charset="0"/>
                <a:ea typeface="Inter Regular" pitchFamily="34" charset="-122"/>
                <a:cs typeface="Inter Regular" pitchFamily="34" charset="-120"/>
              </a:rPr>
              <a:t>Lorem ipsum dolor sit </a:t>
            </a:r>
            <a:r>
              <a:rPr lang="en-US" sz="2175" b="0" i="0" dirty="0" err="1">
                <a:solidFill>
                  <a:srgbClr val="1A1A1A"/>
                </a:solidFill>
                <a:latin typeface="Inter Regular" pitchFamily="34" charset="0"/>
                <a:ea typeface="Inter Regular" pitchFamily="34" charset="-122"/>
                <a:cs typeface="Inter Regular" pitchFamily="34" charset="-120"/>
              </a:rPr>
              <a:t>amet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consectetur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adipiscing</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elit</a:t>
            </a:r>
            <a:r>
              <a:rPr lang="en-US" sz="2175" b="0" i="0" dirty="0">
                <a:solidFill>
                  <a:srgbClr val="1A1A1A"/>
                </a:solidFill>
                <a:latin typeface="Inter Regular" pitchFamily="34" charset="0"/>
                <a:ea typeface="Inter Regular" pitchFamily="34" charset="-122"/>
                <a:cs typeface="Inter Regular" pitchFamily="34" charset="-120"/>
              </a:rPr>
              <a:t>, sed do</a:t>
            </a:r>
            <a:endParaRPr lang="en-US" sz="2175" dirty="0"/>
          </a:p>
        </p:txBody>
      </p:sp>
    </p:spTree>
    <p:extLst>
      <p:ext uri="{BB962C8B-B14F-4D97-AF65-F5344CB8AC3E}">
        <p14:creationId xmlns:p14="http://schemas.microsoft.com/office/powerpoint/2010/main" val="3058671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 Columns">
    <p:bg>
      <p:bgRef idx="1001">
        <a:schemeClr val="bg1"/>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CBC7395-A4E2-9FA2-44C3-30780BD4B6A8}"/>
              </a:ext>
            </a:extLst>
          </p:cNvPr>
          <p:cNvSpPr>
            <a:spLocks noGrp="1"/>
          </p:cNvSpPr>
          <p:nvPr>
            <p:ph type="title"/>
          </p:nvPr>
        </p:nvSpPr>
        <p:spPr>
          <a:xfrm>
            <a:off x="576470" y="1537077"/>
            <a:ext cx="8886824" cy="876680"/>
          </a:xfrm>
          <a:prstGeom prst="rect">
            <a:avLst/>
          </a:prstGeom>
          <a:noFill/>
          <a:ln/>
        </p:spPr>
        <p:txBody>
          <a:bodyPr wrap="square" lIns="0" tIns="0" rIns="0" bIns="0" rtlCol="0" anchor="t"/>
          <a:lstStyle>
            <a:lvl1pPr algn="l">
              <a:defRPr lang="ru-RU" sz="4425" b="0" i="0" dirty="0">
                <a:solidFill>
                  <a:schemeClr val="tx1"/>
                </a:solidFill>
                <a:latin typeface="Inter Medium" panose="02000503000000020004" pitchFamily="2" charset="0"/>
                <a:ea typeface="Inter Medium" panose="02000503000000020004" pitchFamily="2" charset="0"/>
                <a:cs typeface="Inter Medium" panose="02000503000000020004" pitchFamily="2" charset="0"/>
              </a:defRPr>
            </a:lvl1pPr>
          </a:lstStyle>
          <a:p>
            <a:pPr marL="0" lvl="0" algn="l">
              <a:lnSpc>
                <a:spcPts val="4800"/>
              </a:lnSpc>
              <a:spcAft>
                <a:spcPts val="2400"/>
              </a:spcAft>
            </a:pPr>
            <a:r>
              <a:rPr lang="en-US"/>
              <a:t>Click to edit Master title style</a:t>
            </a:r>
            <a:endParaRPr lang="ru-RU" dirty="0"/>
          </a:p>
        </p:txBody>
      </p:sp>
      <p:sp>
        <p:nvSpPr>
          <p:cNvPr id="14" name="Text Placeholder 5">
            <a:extLst>
              <a:ext uri="{FF2B5EF4-FFF2-40B4-BE49-F238E27FC236}">
                <a16:creationId xmlns:a16="http://schemas.microsoft.com/office/drawing/2014/main" id="{32608EBD-7700-4B83-5A1B-01F4A875547B}"/>
              </a:ext>
            </a:extLst>
          </p:cNvPr>
          <p:cNvSpPr>
            <a:spLocks noGrp="1"/>
          </p:cNvSpPr>
          <p:nvPr>
            <p:ph type="body" sz="quarter" idx="13" hasCustomPrompt="1"/>
          </p:nvPr>
        </p:nvSpPr>
        <p:spPr>
          <a:xfrm>
            <a:off x="576469" y="7511761"/>
            <a:ext cx="4639767" cy="1828800"/>
          </a:xfrm>
          <a:prstGeom prst="rect">
            <a:avLst/>
          </a:prstGeom>
          <a:noFill/>
          <a:ln/>
        </p:spPr>
        <p:txBody>
          <a:bodyPr wrap="square" lIns="0" tIns="0" rIns="0" bIns="0" rtlCol="0" anchor="b"/>
          <a:lstStyle>
            <a:lvl1pPr marL="0" indent="0" algn="l">
              <a:lnSpc>
                <a:spcPts val="3600"/>
              </a:lnSpc>
              <a:spcAft>
                <a:spcPts val="1200"/>
              </a:spcAft>
              <a:buNone/>
              <a:defRPr lang="en-US" sz="2175" b="0" i="0" dirty="0">
                <a:solidFill>
                  <a:schemeClr val="tx1"/>
                </a:solidFill>
                <a:latin typeface="Inter" panose="02000503000000020004" pitchFamily="2" charset="0"/>
                <a:ea typeface="Inter" panose="02000503000000020004" pitchFamily="2" charset="0"/>
                <a:cs typeface="Inter" panose="02000503000000020004" pitchFamily="2" charset="0"/>
              </a:defRPr>
            </a:lvl1pPr>
          </a:lstStyle>
          <a:p>
            <a:pPr algn="l">
              <a:lnSpc>
                <a:spcPts val="3600"/>
              </a:lnSpc>
              <a:spcAft>
                <a:spcPts val="1200"/>
              </a:spcAft>
            </a:pPr>
            <a:r>
              <a:rPr lang="en-US" sz="2175" b="0" i="0" dirty="0">
                <a:solidFill>
                  <a:srgbClr val="1A1A1A"/>
                </a:solidFill>
                <a:latin typeface="Inter Regular" pitchFamily="34" charset="0"/>
                <a:ea typeface="Inter Regular" pitchFamily="34" charset="-122"/>
                <a:cs typeface="Inter Regular" pitchFamily="34" charset="-120"/>
              </a:rPr>
              <a:t>Lorem ipsum dolor sit </a:t>
            </a:r>
            <a:r>
              <a:rPr lang="en-US" sz="2175" b="0" i="0" dirty="0" err="1">
                <a:solidFill>
                  <a:srgbClr val="1A1A1A"/>
                </a:solidFill>
                <a:latin typeface="Inter Regular" pitchFamily="34" charset="0"/>
                <a:ea typeface="Inter Regular" pitchFamily="34" charset="-122"/>
                <a:cs typeface="Inter Regular" pitchFamily="34" charset="-120"/>
              </a:rPr>
              <a:t>amet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consectetur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adipiscing</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elit</a:t>
            </a:r>
            <a:r>
              <a:rPr lang="en-US" sz="2175" b="0" i="0" dirty="0">
                <a:solidFill>
                  <a:srgbClr val="1A1A1A"/>
                </a:solidFill>
                <a:latin typeface="Inter Regular" pitchFamily="34" charset="0"/>
                <a:ea typeface="Inter Regular" pitchFamily="34" charset="-122"/>
                <a:cs typeface="Inter Regular" pitchFamily="34" charset="-120"/>
              </a:rPr>
              <a:t>, sed do </a:t>
            </a:r>
            <a:r>
              <a:rPr lang="en-US" sz="2175" b="0" i="0" dirty="0" err="1">
                <a:solidFill>
                  <a:srgbClr val="1A1A1A"/>
                </a:solidFill>
                <a:latin typeface="Inter Regular" pitchFamily="34" charset="0"/>
                <a:ea typeface="Inter Regular" pitchFamily="34" charset="-122"/>
                <a:cs typeface="Inter Regular" pitchFamily="34" charset="-120"/>
              </a:rPr>
              <a:t>eiusmod</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tempor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incididunt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ut</a:t>
            </a:r>
            <a:r>
              <a:rPr lang="en-US" sz="2175" b="0" i="0" dirty="0">
                <a:solidFill>
                  <a:srgbClr val="1A1A1A"/>
                </a:solidFill>
                <a:latin typeface="Inter Regular" pitchFamily="34" charset="0"/>
                <a:ea typeface="Inter Regular" pitchFamily="34" charset="-122"/>
                <a:cs typeface="Inter Regular" pitchFamily="34" charset="-120"/>
              </a:rPr>
              <a:t> labore et dolore magna</a:t>
            </a:r>
            <a:endParaRPr lang="en-US" sz="2175" dirty="0"/>
          </a:p>
        </p:txBody>
      </p:sp>
      <p:sp>
        <p:nvSpPr>
          <p:cNvPr id="15" name="Text Placeholder 5">
            <a:extLst>
              <a:ext uri="{FF2B5EF4-FFF2-40B4-BE49-F238E27FC236}">
                <a16:creationId xmlns:a16="http://schemas.microsoft.com/office/drawing/2014/main" id="{3E0C54CF-EA0E-5863-3F35-2967660248A0}"/>
              </a:ext>
            </a:extLst>
          </p:cNvPr>
          <p:cNvSpPr>
            <a:spLocks noGrp="1"/>
          </p:cNvSpPr>
          <p:nvPr>
            <p:ph type="body" sz="quarter" idx="14" hasCustomPrompt="1"/>
          </p:nvPr>
        </p:nvSpPr>
        <p:spPr>
          <a:xfrm>
            <a:off x="576469" y="5315817"/>
            <a:ext cx="4639767" cy="1828800"/>
          </a:xfrm>
          <a:prstGeom prst="rect">
            <a:avLst/>
          </a:prstGeom>
          <a:noFill/>
          <a:ln/>
        </p:spPr>
        <p:txBody>
          <a:bodyPr wrap="square" lIns="0" tIns="0" rIns="0" bIns="0" rtlCol="0" anchor="b"/>
          <a:lstStyle>
            <a:lvl1pPr marL="0" indent="0">
              <a:buNone/>
              <a:defRPr lang="en-US" sz="3000" b="0" i="0" dirty="0" smtClean="0">
                <a:solidFill>
                  <a:srgbClr val="1A1A1A"/>
                </a:solidFill>
                <a:latin typeface="Suisse Int'l Regular" pitchFamily="34" charset="0"/>
                <a:ea typeface="Suisse Int'l Regular" pitchFamily="34" charset="-122"/>
                <a:cs typeface="Suisse Int'l Regular" pitchFamily="34" charset="-120"/>
              </a:defRPr>
            </a:lvl1pPr>
          </a:lstStyle>
          <a:p>
            <a:pPr marL="0" lvl="0">
              <a:lnSpc>
                <a:spcPts val="4200"/>
              </a:lnSpc>
              <a:spcAft>
                <a:spcPts val="2400"/>
              </a:spcAft>
            </a:pPr>
            <a:r>
              <a:rPr lang="en-US" sz="2175" b="0" i="0" dirty="0">
                <a:solidFill>
                  <a:srgbClr val="1A1A1A"/>
                </a:solidFill>
                <a:latin typeface="Inter Regular" pitchFamily="34" charset="0"/>
                <a:ea typeface="Inter Regular" pitchFamily="34" charset="-122"/>
                <a:cs typeface="Inter Regular" pitchFamily="34" charset="-120"/>
              </a:rPr>
              <a:t>Lorem Ipsum</a:t>
            </a:r>
          </a:p>
        </p:txBody>
      </p:sp>
      <p:sp>
        <p:nvSpPr>
          <p:cNvPr id="16" name="Text Placeholder 5">
            <a:extLst>
              <a:ext uri="{FF2B5EF4-FFF2-40B4-BE49-F238E27FC236}">
                <a16:creationId xmlns:a16="http://schemas.microsoft.com/office/drawing/2014/main" id="{AEB6CFEE-7CBC-0069-1CD4-33751596760D}"/>
              </a:ext>
            </a:extLst>
          </p:cNvPr>
          <p:cNvSpPr>
            <a:spLocks noGrp="1"/>
          </p:cNvSpPr>
          <p:nvPr>
            <p:ph type="body" sz="quarter" idx="15" hasCustomPrompt="1"/>
          </p:nvPr>
        </p:nvSpPr>
        <p:spPr>
          <a:xfrm>
            <a:off x="6824116" y="7511761"/>
            <a:ext cx="4639767" cy="1828800"/>
          </a:xfrm>
          <a:prstGeom prst="rect">
            <a:avLst/>
          </a:prstGeom>
          <a:noFill/>
          <a:ln/>
        </p:spPr>
        <p:txBody>
          <a:bodyPr wrap="square" lIns="0" tIns="0" rIns="0" bIns="0" rtlCol="0" anchor="b"/>
          <a:lstStyle>
            <a:lvl1pPr marL="0" indent="0" algn="l">
              <a:lnSpc>
                <a:spcPts val="3600"/>
              </a:lnSpc>
              <a:spcAft>
                <a:spcPts val="1200"/>
              </a:spcAft>
              <a:buNone/>
              <a:defRPr lang="en-US" sz="2175" b="0" i="0" dirty="0">
                <a:solidFill>
                  <a:schemeClr val="tx1"/>
                </a:solidFill>
                <a:latin typeface="Inter" panose="02000503000000020004" pitchFamily="2" charset="0"/>
                <a:ea typeface="Inter" panose="02000503000000020004" pitchFamily="2" charset="0"/>
                <a:cs typeface="Inter" panose="02000503000000020004" pitchFamily="2" charset="0"/>
              </a:defRPr>
            </a:lvl1pPr>
          </a:lstStyle>
          <a:p>
            <a:pPr algn="l">
              <a:lnSpc>
                <a:spcPts val="3600"/>
              </a:lnSpc>
              <a:spcAft>
                <a:spcPts val="1200"/>
              </a:spcAft>
            </a:pPr>
            <a:r>
              <a:rPr lang="en-US" sz="2175" b="0" i="0" dirty="0">
                <a:solidFill>
                  <a:srgbClr val="1A1A1A"/>
                </a:solidFill>
                <a:latin typeface="Inter Regular" pitchFamily="34" charset="0"/>
                <a:ea typeface="Inter Regular" pitchFamily="34" charset="-122"/>
                <a:cs typeface="Inter Regular" pitchFamily="34" charset="-120"/>
              </a:rPr>
              <a:t>Lorem ipsum dolor sit </a:t>
            </a:r>
            <a:r>
              <a:rPr lang="en-US" sz="2175" b="0" i="0" dirty="0" err="1">
                <a:solidFill>
                  <a:srgbClr val="1A1A1A"/>
                </a:solidFill>
                <a:latin typeface="Inter Regular" pitchFamily="34" charset="0"/>
                <a:ea typeface="Inter Regular" pitchFamily="34" charset="-122"/>
                <a:cs typeface="Inter Regular" pitchFamily="34" charset="-120"/>
              </a:rPr>
              <a:t>amet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consectetur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adipiscing</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elit</a:t>
            </a:r>
            <a:r>
              <a:rPr lang="en-US" sz="2175" b="0" i="0" dirty="0">
                <a:solidFill>
                  <a:srgbClr val="1A1A1A"/>
                </a:solidFill>
                <a:latin typeface="Inter Regular" pitchFamily="34" charset="0"/>
                <a:ea typeface="Inter Regular" pitchFamily="34" charset="-122"/>
                <a:cs typeface="Inter Regular" pitchFamily="34" charset="-120"/>
              </a:rPr>
              <a:t>, sed do </a:t>
            </a:r>
            <a:r>
              <a:rPr lang="en-US" sz="2175" b="0" i="0" dirty="0" err="1">
                <a:solidFill>
                  <a:srgbClr val="1A1A1A"/>
                </a:solidFill>
                <a:latin typeface="Inter Regular" pitchFamily="34" charset="0"/>
                <a:ea typeface="Inter Regular" pitchFamily="34" charset="-122"/>
                <a:cs typeface="Inter Regular" pitchFamily="34" charset="-120"/>
              </a:rPr>
              <a:t>eiusmod</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tempor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incididunt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ut</a:t>
            </a:r>
            <a:r>
              <a:rPr lang="en-US" sz="2175" b="0" i="0" dirty="0">
                <a:solidFill>
                  <a:srgbClr val="1A1A1A"/>
                </a:solidFill>
                <a:latin typeface="Inter Regular" pitchFamily="34" charset="0"/>
                <a:ea typeface="Inter Regular" pitchFamily="34" charset="-122"/>
                <a:cs typeface="Inter Regular" pitchFamily="34" charset="-120"/>
              </a:rPr>
              <a:t> labore et dolore magna</a:t>
            </a:r>
            <a:endParaRPr lang="en-US" sz="2175" dirty="0"/>
          </a:p>
        </p:txBody>
      </p:sp>
      <p:sp>
        <p:nvSpPr>
          <p:cNvPr id="17" name="Text Placeholder 5">
            <a:extLst>
              <a:ext uri="{FF2B5EF4-FFF2-40B4-BE49-F238E27FC236}">
                <a16:creationId xmlns:a16="http://schemas.microsoft.com/office/drawing/2014/main" id="{48428AC5-D060-307A-1DBF-36AAB7AFB61A}"/>
              </a:ext>
            </a:extLst>
          </p:cNvPr>
          <p:cNvSpPr>
            <a:spLocks noGrp="1"/>
          </p:cNvSpPr>
          <p:nvPr>
            <p:ph type="body" sz="quarter" idx="16" hasCustomPrompt="1"/>
          </p:nvPr>
        </p:nvSpPr>
        <p:spPr>
          <a:xfrm>
            <a:off x="6824116" y="5315817"/>
            <a:ext cx="4639767" cy="1828800"/>
          </a:xfrm>
          <a:prstGeom prst="rect">
            <a:avLst/>
          </a:prstGeom>
          <a:noFill/>
          <a:ln/>
        </p:spPr>
        <p:txBody>
          <a:bodyPr wrap="square" lIns="0" tIns="0" rIns="0" bIns="0" rtlCol="0" anchor="b"/>
          <a:lstStyle>
            <a:lvl1pPr marL="0" indent="0">
              <a:buNone/>
              <a:defRPr lang="en-US" sz="3000" b="0" i="0" dirty="0" smtClean="0">
                <a:solidFill>
                  <a:srgbClr val="1A1A1A"/>
                </a:solidFill>
                <a:latin typeface="Suisse Int'l Regular" pitchFamily="34" charset="0"/>
                <a:ea typeface="Suisse Int'l Regular" pitchFamily="34" charset="-122"/>
                <a:cs typeface="Suisse Int'l Regular" pitchFamily="34" charset="-120"/>
              </a:defRPr>
            </a:lvl1pPr>
          </a:lstStyle>
          <a:p>
            <a:pPr marL="0" lvl="0">
              <a:lnSpc>
                <a:spcPts val="4200"/>
              </a:lnSpc>
              <a:spcAft>
                <a:spcPts val="2400"/>
              </a:spcAft>
            </a:pPr>
            <a:r>
              <a:rPr lang="en-US" sz="2175" b="0" i="0" dirty="0">
                <a:solidFill>
                  <a:srgbClr val="1A1A1A"/>
                </a:solidFill>
                <a:latin typeface="Inter Regular" pitchFamily="34" charset="0"/>
                <a:ea typeface="Inter Regular" pitchFamily="34" charset="-122"/>
                <a:cs typeface="Inter Regular" pitchFamily="34" charset="-120"/>
              </a:rPr>
              <a:t>Lorem Ipsum</a:t>
            </a:r>
          </a:p>
        </p:txBody>
      </p:sp>
      <p:sp>
        <p:nvSpPr>
          <p:cNvPr id="18" name="Text Placeholder 5">
            <a:extLst>
              <a:ext uri="{FF2B5EF4-FFF2-40B4-BE49-F238E27FC236}">
                <a16:creationId xmlns:a16="http://schemas.microsoft.com/office/drawing/2014/main" id="{BE36C96F-0C31-F27C-CB4E-FDABF3B0F513}"/>
              </a:ext>
            </a:extLst>
          </p:cNvPr>
          <p:cNvSpPr>
            <a:spLocks noGrp="1"/>
          </p:cNvSpPr>
          <p:nvPr>
            <p:ph type="body" sz="quarter" idx="17" hasCustomPrompt="1"/>
          </p:nvPr>
        </p:nvSpPr>
        <p:spPr>
          <a:xfrm>
            <a:off x="13066342" y="7511761"/>
            <a:ext cx="4639767" cy="1828800"/>
          </a:xfrm>
          <a:prstGeom prst="rect">
            <a:avLst/>
          </a:prstGeom>
          <a:noFill/>
          <a:ln/>
        </p:spPr>
        <p:txBody>
          <a:bodyPr wrap="square" lIns="0" tIns="0" rIns="0" bIns="0" rtlCol="0" anchor="b"/>
          <a:lstStyle>
            <a:lvl1pPr marL="0" indent="0" algn="l">
              <a:lnSpc>
                <a:spcPts val="3600"/>
              </a:lnSpc>
              <a:spcAft>
                <a:spcPts val="1200"/>
              </a:spcAft>
              <a:buNone/>
              <a:defRPr lang="en-US" sz="2175" b="0" i="0" dirty="0">
                <a:solidFill>
                  <a:schemeClr val="tx1"/>
                </a:solidFill>
                <a:latin typeface="Inter" panose="02000503000000020004" pitchFamily="2" charset="0"/>
                <a:ea typeface="Inter" panose="02000503000000020004" pitchFamily="2" charset="0"/>
                <a:cs typeface="Inter" panose="02000503000000020004" pitchFamily="2" charset="0"/>
              </a:defRPr>
            </a:lvl1pPr>
          </a:lstStyle>
          <a:p>
            <a:pPr algn="l">
              <a:lnSpc>
                <a:spcPts val="3600"/>
              </a:lnSpc>
              <a:spcAft>
                <a:spcPts val="1200"/>
              </a:spcAft>
            </a:pPr>
            <a:r>
              <a:rPr lang="en-US" sz="2175" b="0" i="0" dirty="0">
                <a:solidFill>
                  <a:srgbClr val="1A1A1A"/>
                </a:solidFill>
                <a:latin typeface="Inter Regular" pitchFamily="34" charset="0"/>
                <a:ea typeface="Inter Regular" pitchFamily="34" charset="-122"/>
                <a:cs typeface="Inter Regular" pitchFamily="34" charset="-120"/>
              </a:rPr>
              <a:t>Lorem ipsum dolor sit </a:t>
            </a:r>
            <a:r>
              <a:rPr lang="en-US" sz="2175" b="0" i="0" dirty="0" err="1">
                <a:solidFill>
                  <a:srgbClr val="1A1A1A"/>
                </a:solidFill>
                <a:latin typeface="Inter Regular" pitchFamily="34" charset="0"/>
                <a:ea typeface="Inter Regular" pitchFamily="34" charset="-122"/>
                <a:cs typeface="Inter Regular" pitchFamily="34" charset="-120"/>
              </a:rPr>
              <a:t>amet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consectetur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adipiscing</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elit</a:t>
            </a:r>
            <a:r>
              <a:rPr lang="en-US" sz="2175" b="0" i="0" dirty="0">
                <a:solidFill>
                  <a:srgbClr val="1A1A1A"/>
                </a:solidFill>
                <a:latin typeface="Inter Regular" pitchFamily="34" charset="0"/>
                <a:ea typeface="Inter Regular" pitchFamily="34" charset="-122"/>
                <a:cs typeface="Inter Regular" pitchFamily="34" charset="-120"/>
              </a:rPr>
              <a:t>, sed do </a:t>
            </a:r>
            <a:r>
              <a:rPr lang="en-US" sz="2175" b="0" i="0" dirty="0" err="1">
                <a:solidFill>
                  <a:srgbClr val="1A1A1A"/>
                </a:solidFill>
                <a:latin typeface="Inter Regular" pitchFamily="34" charset="0"/>
                <a:ea typeface="Inter Regular" pitchFamily="34" charset="-122"/>
                <a:cs typeface="Inter Regular" pitchFamily="34" charset="-120"/>
              </a:rPr>
              <a:t>eiusmod</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tempor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incididunt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ut</a:t>
            </a:r>
            <a:r>
              <a:rPr lang="en-US" sz="2175" b="0" i="0" dirty="0">
                <a:solidFill>
                  <a:srgbClr val="1A1A1A"/>
                </a:solidFill>
                <a:latin typeface="Inter Regular" pitchFamily="34" charset="0"/>
                <a:ea typeface="Inter Regular" pitchFamily="34" charset="-122"/>
                <a:cs typeface="Inter Regular" pitchFamily="34" charset="-120"/>
              </a:rPr>
              <a:t> labore et dolore magna</a:t>
            </a:r>
            <a:endParaRPr lang="en-US" sz="2175" dirty="0"/>
          </a:p>
        </p:txBody>
      </p:sp>
      <p:sp>
        <p:nvSpPr>
          <p:cNvPr id="19" name="Text Placeholder 5">
            <a:extLst>
              <a:ext uri="{FF2B5EF4-FFF2-40B4-BE49-F238E27FC236}">
                <a16:creationId xmlns:a16="http://schemas.microsoft.com/office/drawing/2014/main" id="{EE61B5A1-64A1-428D-DBD5-7E3EE94AF95B}"/>
              </a:ext>
            </a:extLst>
          </p:cNvPr>
          <p:cNvSpPr>
            <a:spLocks noGrp="1"/>
          </p:cNvSpPr>
          <p:nvPr>
            <p:ph type="body" sz="quarter" idx="18" hasCustomPrompt="1"/>
          </p:nvPr>
        </p:nvSpPr>
        <p:spPr>
          <a:xfrm>
            <a:off x="13066342" y="5315817"/>
            <a:ext cx="4639767" cy="1828800"/>
          </a:xfrm>
          <a:prstGeom prst="rect">
            <a:avLst/>
          </a:prstGeom>
          <a:noFill/>
          <a:ln/>
        </p:spPr>
        <p:txBody>
          <a:bodyPr wrap="square" lIns="0" tIns="0" rIns="0" bIns="0" rtlCol="0" anchor="b"/>
          <a:lstStyle>
            <a:lvl1pPr marL="0" indent="0">
              <a:buNone/>
              <a:defRPr lang="en-US" sz="3000" b="0" i="0" dirty="0" smtClean="0">
                <a:solidFill>
                  <a:srgbClr val="1A1A1A"/>
                </a:solidFill>
                <a:latin typeface="Suisse Int'l Regular" pitchFamily="34" charset="0"/>
                <a:ea typeface="Suisse Int'l Regular" pitchFamily="34" charset="-122"/>
                <a:cs typeface="Suisse Int'l Regular" pitchFamily="34" charset="-120"/>
              </a:defRPr>
            </a:lvl1pPr>
          </a:lstStyle>
          <a:p>
            <a:pPr marL="0" lvl="0">
              <a:lnSpc>
                <a:spcPts val="4200"/>
              </a:lnSpc>
              <a:spcAft>
                <a:spcPts val="2400"/>
              </a:spcAft>
            </a:pPr>
            <a:r>
              <a:rPr lang="en-US" sz="2175" b="0" i="0" dirty="0">
                <a:solidFill>
                  <a:srgbClr val="1A1A1A"/>
                </a:solidFill>
                <a:latin typeface="Inter Regular" pitchFamily="34" charset="0"/>
                <a:ea typeface="Inter Regular" pitchFamily="34" charset="-122"/>
                <a:cs typeface="Inter Regular" pitchFamily="34" charset="-120"/>
              </a:rPr>
              <a:t>Lorem Ipsum</a:t>
            </a:r>
          </a:p>
        </p:txBody>
      </p:sp>
    </p:spTree>
    <p:extLst>
      <p:ext uri="{BB962C8B-B14F-4D97-AF65-F5344CB8AC3E}">
        <p14:creationId xmlns:p14="http://schemas.microsoft.com/office/powerpoint/2010/main" val="4085755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7_DEFAULT">
    <p:bg>
      <p:bgRef idx="1001">
        <a:schemeClr val="bg1"/>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99AA1A0-0C06-577C-D90E-1226BDE176E4}"/>
              </a:ext>
            </a:extLst>
          </p:cNvPr>
          <p:cNvSpPr>
            <a:spLocks noGrp="1"/>
          </p:cNvSpPr>
          <p:nvPr>
            <p:ph type="title"/>
          </p:nvPr>
        </p:nvSpPr>
        <p:spPr>
          <a:xfrm>
            <a:off x="9809019" y="1537077"/>
            <a:ext cx="7917873" cy="876680"/>
          </a:xfrm>
          <a:prstGeom prst="rect">
            <a:avLst/>
          </a:prstGeom>
          <a:noFill/>
          <a:ln/>
        </p:spPr>
        <p:txBody>
          <a:bodyPr wrap="square" lIns="0" tIns="0" rIns="0" bIns="0" rtlCol="0" anchor="t"/>
          <a:lstStyle>
            <a:lvl1pPr algn="l">
              <a:defRPr lang="ru-RU" sz="4425" b="0" i="0" dirty="0">
                <a:solidFill>
                  <a:schemeClr val="tx1"/>
                </a:solidFill>
                <a:latin typeface="Inter Medium" panose="02000503000000020004" pitchFamily="2" charset="0"/>
                <a:ea typeface="Inter Medium" panose="02000503000000020004" pitchFamily="2" charset="0"/>
                <a:cs typeface="Inter Medium" panose="02000503000000020004" pitchFamily="2" charset="0"/>
              </a:defRPr>
            </a:lvl1pPr>
          </a:lstStyle>
          <a:p>
            <a:pPr marL="0" lvl="0" algn="l">
              <a:lnSpc>
                <a:spcPts val="4800"/>
              </a:lnSpc>
              <a:spcAft>
                <a:spcPts val="2400"/>
              </a:spcAft>
            </a:pPr>
            <a:r>
              <a:rPr lang="en-US"/>
              <a:t>Click to edit Master title style</a:t>
            </a:r>
            <a:endParaRPr lang="ru-RU" dirty="0"/>
          </a:p>
        </p:txBody>
      </p:sp>
      <p:sp>
        <p:nvSpPr>
          <p:cNvPr id="5" name="Text Placeholder 5">
            <a:extLst>
              <a:ext uri="{FF2B5EF4-FFF2-40B4-BE49-F238E27FC236}">
                <a16:creationId xmlns:a16="http://schemas.microsoft.com/office/drawing/2014/main" id="{7EAC7DD2-6F5B-1348-6B00-5C985463DB97}"/>
              </a:ext>
            </a:extLst>
          </p:cNvPr>
          <p:cNvSpPr>
            <a:spLocks noGrp="1"/>
          </p:cNvSpPr>
          <p:nvPr>
            <p:ph type="body" sz="quarter" idx="13" hasCustomPrompt="1"/>
          </p:nvPr>
        </p:nvSpPr>
        <p:spPr>
          <a:xfrm>
            <a:off x="9809019" y="2543175"/>
            <a:ext cx="7917874" cy="6206748"/>
          </a:xfrm>
          <a:prstGeom prst="rect">
            <a:avLst/>
          </a:prstGeom>
          <a:noFill/>
          <a:ln/>
        </p:spPr>
        <p:txBody>
          <a:bodyPr wrap="square" lIns="0" tIns="0" rIns="0" bIns="0" rtlCol="0" anchor="t"/>
          <a:lstStyle>
            <a:lvl1pPr marL="0" indent="0" algn="l">
              <a:lnSpc>
                <a:spcPts val="3600"/>
              </a:lnSpc>
              <a:spcAft>
                <a:spcPts val="1200"/>
              </a:spcAft>
              <a:buNone/>
              <a:defRPr lang="en-US" sz="2175" b="0" i="0" dirty="0">
                <a:solidFill>
                  <a:schemeClr val="tx1"/>
                </a:solidFill>
                <a:latin typeface="Inter" panose="02000503000000020004" pitchFamily="2" charset="0"/>
                <a:ea typeface="Inter" panose="02000503000000020004" pitchFamily="2" charset="0"/>
                <a:cs typeface="Inter" panose="02000503000000020004" pitchFamily="2" charset="0"/>
              </a:defRPr>
            </a:lvl1pPr>
          </a:lstStyle>
          <a:p>
            <a:pPr algn="l">
              <a:lnSpc>
                <a:spcPts val="3600"/>
              </a:lnSpc>
              <a:spcAft>
                <a:spcPts val="1200"/>
              </a:spcAft>
            </a:pPr>
            <a:r>
              <a:rPr lang="en-US" sz="2175" b="0" i="0" dirty="0">
                <a:solidFill>
                  <a:srgbClr val="1A1A1A"/>
                </a:solidFill>
                <a:latin typeface="Inter Regular" pitchFamily="34" charset="0"/>
                <a:ea typeface="Inter Regular" pitchFamily="34" charset="-122"/>
                <a:cs typeface="Inter Regular" pitchFamily="34" charset="-120"/>
              </a:rPr>
              <a:t>Lorem ipsum dolor sit </a:t>
            </a:r>
            <a:r>
              <a:rPr lang="en-US" sz="2175" b="0" i="0" dirty="0" err="1">
                <a:solidFill>
                  <a:srgbClr val="1A1A1A"/>
                </a:solidFill>
                <a:latin typeface="Inter Regular" pitchFamily="34" charset="0"/>
                <a:ea typeface="Inter Regular" pitchFamily="34" charset="-122"/>
                <a:cs typeface="Inter Regular" pitchFamily="34" charset="-120"/>
              </a:rPr>
              <a:t>amet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consectetur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adipiscing</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elit</a:t>
            </a:r>
            <a:r>
              <a:rPr lang="en-US" sz="2175" b="0" i="0" dirty="0">
                <a:solidFill>
                  <a:srgbClr val="1A1A1A"/>
                </a:solidFill>
                <a:latin typeface="Inter Regular" pitchFamily="34" charset="0"/>
                <a:ea typeface="Inter Regular" pitchFamily="34" charset="-122"/>
                <a:cs typeface="Inter Regular" pitchFamily="34" charset="-120"/>
              </a:rPr>
              <a:t>, sed do </a:t>
            </a:r>
            <a:r>
              <a:rPr lang="en-US" sz="2175" b="0" i="0" dirty="0" err="1">
                <a:solidFill>
                  <a:srgbClr val="1A1A1A"/>
                </a:solidFill>
                <a:latin typeface="Inter Regular" pitchFamily="34" charset="0"/>
                <a:ea typeface="Inter Regular" pitchFamily="34" charset="-122"/>
                <a:cs typeface="Inter Regular" pitchFamily="34" charset="-120"/>
              </a:rPr>
              <a:t>eiusmod</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tempor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incididunt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ut</a:t>
            </a:r>
            <a:r>
              <a:rPr lang="en-US" sz="2175" b="0" i="0" dirty="0">
                <a:solidFill>
                  <a:srgbClr val="1A1A1A"/>
                </a:solidFill>
                <a:latin typeface="Inter Regular" pitchFamily="34" charset="0"/>
                <a:ea typeface="Inter Regular" pitchFamily="34" charset="-122"/>
                <a:cs typeface="Inter Regular" pitchFamily="34" charset="-120"/>
              </a:rPr>
              <a:t> labore et dolore magna</a:t>
            </a:r>
            <a:endParaRPr lang="en-US" sz="2175" dirty="0"/>
          </a:p>
        </p:txBody>
      </p:sp>
    </p:spTree>
    <p:extLst>
      <p:ext uri="{BB962C8B-B14F-4D97-AF65-F5344CB8AC3E}">
        <p14:creationId xmlns:p14="http://schemas.microsoft.com/office/powerpoint/2010/main" val="2065517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8_DEFAULT">
    <p:bg>
      <p:bgRef idx="1001">
        <a:schemeClr val="bg1"/>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99AA1A0-0C06-577C-D90E-1226BDE176E4}"/>
              </a:ext>
            </a:extLst>
          </p:cNvPr>
          <p:cNvSpPr>
            <a:spLocks noGrp="1"/>
          </p:cNvSpPr>
          <p:nvPr>
            <p:ph type="title"/>
          </p:nvPr>
        </p:nvSpPr>
        <p:spPr>
          <a:xfrm>
            <a:off x="576470" y="1537077"/>
            <a:ext cx="7590785" cy="876680"/>
          </a:xfrm>
          <a:prstGeom prst="rect">
            <a:avLst/>
          </a:prstGeom>
          <a:noFill/>
          <a:ln/>
        </p:spPr>
        <p:txBody>
          <a:bodyPr wrap="square" lIns="0" tIns="0" rIns="0" bIns="0" rtlCol="0" anchor="t"/>
          <a:lstStyle>
            <a:lvl1pPr algn="l">
              <a:defRPr lang="ru-RU" sz="4425" b="0" i="0" dirty="0">
                <a:solidFill>
                  <a:schemeClr val="tx1"/>
                </a:solidFill>
                <a:latin typeface="Inter Medium" panose="02000503000000020004" pitchFamily="2" charset="0"/>
                <a:ea typeface="Inter Medium" panose="02000503000000020004" pitchFamily="2" charset="0"/>
                <a:cs typeface="Inter Medium" panose="02000503000000020004" pitchFamily="2" charset="0"/>
              </a:defRPr>
            </a:lvl1pPr>
          </a:lstStyle>
          <a:p>
            <a:pPr marL="0" lvl="0" algn="l">
              <a:lnSpc>
                <a:spcPts val="4800"/>
              </a:lnSpc>
              <a:spcAft>
                <a:spcPts val="2400"/>
              </a:spcAft>
            </a:pPr>
            <a:r>
              <a:rPr lang="en-US"/>
              <a:t>Click to edit Master title style</a:t>
            </a:r>
            <a:endParaRPr lang="ru-RU" dirty="0"/>
          </a:p>
        </p:txBody>
      </p:sp>
      <p:sp>
        <p:nvSpPr>
          <p:cNvPr id="5" name="Text Placeholder 5">
            <a:extLst>
              <a:ext uri="{FF2B5EF4-FFF2-40B4-BE49-F238E27FC236}">
                <a16:creationId xmlns:a16="http://schemas.microsoft.com/office/drawing/2014/main" id="{7EAC7DD2-6F5B-1348-6B00-5C985463DB97}"/>
              </a:ext>
            </a:extLst>
          </p:cNvPr>
          <p:cNvSpPr>
            <a:spLocks noGrp="1"/>
          </p:cNvSpPr>
          <p:nvPr>
            <p:ph type="body" sz="quarter" idx="13" hasCustomPrompt="1"/>
          </p:nvPr>
        </p:nvSpPr>
        <p:spPr>
          <a:xfrm>
            <a:off x="576470" y="2543175"/>
            <a:ext cx="7590786" cy="5603298"/>
          </a:xfrm>
          <a:prstGeom prst="rect">
            <a:avLst/>
          </a:prstGeom>
          <a:noFill/>
          <a:ln/>
        </p:spPr>
        <p:txBody>
          <a:bodyPr wrap="square" lIns="0" tIns="0" rIns="0" bIns="0" rtlCol="0" anchor="t"/>
          <a:lstStyle>
            <a:lvl1pPr marL="0" indent="0" algn="l">
              <a:lnSpc>
                <a:spcPts val="3600"/>
              </a:lnSpc>
              <a:spcAft>
                <a:spcPts val="1200"/>
              </a:spcAft>
              <a:buNone/>
              <a:defRPr lang="en-US" sz="2175" b="0" i="0" dirty="0">
                <a:solidFill>
                  <a:schemeClr val="tx1"/>
                </a:solidFill>
                <a:latin typeface="Inter" panose="02000503000000020004" pitchFamily="2" charset="0"/>
                <a:ea typeface="Inter" panose="02000503000000020004" pitchFamily="2" charset="0"/>
                <a:cs typeface="Inter" panose="02000503000000020004" pitchFamily="2" charset="0"/>
              </a:defRPr>
            </a:lvl1pPr>
          </a:lstStyle>
          <a:p>
            <a:pPr algn="l">
              <a:lnSpc>
                <a:spcPts val="3600"/>
              </a:lnSpc>
              <a:spcAft>
                <a:spcPts val="1200"/>
              </a:spcAft>
            </a:pPr>
            <a:r>
              <a:rPr lang="en-US" sz="2175" b="0" i="0" dirty="0">
                <a:solidFill>
                  <a:srgbClr val="1A1A1A"/>
                </a:solidFill>
                <a:latin typeface="Inter Regular" pitchFamily="34" charset="0"/>
                <a:ea typeface="Inter Regular" pitchFamily="34" charset="-122"/>
                <a:cs typeface="Inter Regular" pitchFamily="34" charset="-120"/>
              </a:rPr>
              <a:t>Lorem ipsum dolor sit </a:t>
            </a:r>
            <a:r>
              <a:rPr lang="en-US" sz="2175" b="0" i="0" dirty="0" err="1">
                <a:solidFill>
                  <a:srgbClr val="1A1A1A"/>
                </a:solidFill>
                <a:latin typeface="Inter Regular" pitchFamily="34" charset="0"/>
                <a:ea typeface="Inter Regular" pitchFamily="34" charset="-122"/>
                <a:cs typeface="Inter Regular" pitchFamily="34" charset="-120"/>
              </a:rPr>
              <a:t>amet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consectetur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adipiscing</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elit</a:t>
            </a:r>
            <a:r>
              <a:rPr lang="en-US" sz="2175" b="0" i="0" dirty="0">
                <a:solidFill>
                  <a:srgbClr val="1A1A1A"/>
                </a:solidFill>
                <a:latin typeface="Inter Regular" pitchFamily="34" charset="0"/>
                <a:ea typeface="Inter Regular" pitchFamily="34" charset="-122"/>
                <a:cs typeface="Inter Regular" pitchFamily="34" charset="-120"/>
              </a:rPr>
              <a:t>, sed do </a:t>
            </a:r>
            <a:r>
              <a:rPr lang="en-US" sz="2175" b="0" i="0" dirty="0" err="1">
                <a:solidFill>
                  <a:srgbClr val="1A1A1A"/>
                </a:solidFill>
                <a:latin typeface="Inter Regular" pitchFamily="34" charset="0"/>
                <a:ea typeface="Inter Regular" pitchFamily="34" charset="-122"/>
                <a:cs typeface="Inter Regular" pitchFamily="34" charset="-120"/>
              </a:rPr>
              <a:t>eiusmod</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tempor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incididunt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ut</a:t>
            </a:r>
            <a:r>
              <a:rPr lang="en-US" sz="2175" b="0" i="0" dirty="0">
                <a:solidFill>
                  <a:srgbClr val="1A1A1A"/>
                </a:solidFill>
                <a:latin typeface="Inter Regular" pitchFamily="34" charset="0"/>
                <a:ea typeface="Inter Regular" pitchFamily="34" charset="-122"/>
                <a:cs typeface="Inter Regular" pitchFamily="34" charset="-120"/>
              </a:rPr>
              <a:t> labore et dolore magna</a:t>
            </a:r>
            <a:endParaRPr lang="en-US" sz="2175" dirty="0"/>
          </a:p>
        </p:txBody>
      </p:sp>
    </p:spTree>
    <p:extLst>
      <p:ext uri="{BB962C8B-B14F-4D97-AF65-F5344CB8AC3E}">
        <p14:creationId xmlns:p14="http://schemas.microsoft.com/office/powerpoint/2010/main" val="928065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DEFAULT">
    <p:bg>
      <p:bgRef idx="1001">
        <a:schemeClr val="bg1"/>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99AA1A0-0C06-577C-D90E-1226BDE176E4}"/>
              </a:ext>
            </a:extLst>
          </p:cNvPr>
          <p:cNvSpPr>
            <a:spLocks noGrp="1"/>
          </p:cNvSpPr>
          <p:nvPr>
            <p:ph type="title"/>
          </p:nvPr>
        </p:nvSpPr>
        <p:spPr>
          <a:xfrm>
            <a:off x="9809019" y="1537077"/>
            <a:ext cx="7917873" cy="876680"/>
          </a:xfrm>
          <a:prstGeom prst="rect">
            <a:avLst/>
          </a:prstGeom>
          <a:noFill/>
          <a:ln/>
        </p:spPr>
        <p:txBody>
          <a:bodyPr wrap="square" lIns="0" tIns="0" rIns="0" bIns="0" rtlCol="0" anchor="t"/>
          <a:lstStyle>
            <a:lvl1pPr algn="l">
              <a:defRPr lang="ru-RU" sz="4425" b="0" i="0" dirty="0">
                <a:solidFill>
                  <a:schemeClr val="tx1"/>
                </a:solidFill>
                <a:latin typeface="Inter Medium" panose="02000503000000020004" pitchFamily="2" charset="0"/>
                <a:ea typeface="Inter Medium" panose="02000503000000020004" pitchFamily="2" charset="0"/>
                <a:cs typeface="Inter Medium" panose="02000503000000020004" pitchFamily="2" charset="0"/>
              </a:defRPr>
            </a:lvl1pPr>
          </a:lstStyle>
          <a:p>
            <a:pPr marL="0" lvl="0" algn="l">
              <a:lnSpc>
                <a:spcPts val="4800"/>
              </a:lnSpc>
              <a:spcAft>
                <a:spcPts val="2400"/>
              </a:spcAft>
            </a:pPr>
            <a:r>
              <a:rPr lang="en-US"/>
              <a:t>Click to edit Master title style</a:t>
            </a:r>
            <a:endParaRPr lang="ru-RU" dirty="0"/>
          </a:p>
        </p:txBody>
      </p:sp>
      <p:sp>
        <p:nvSpPr>
          <p:cNvPr id="5" name="Text Placeholder 5">
            <a:extLst>
              <a:ext uri="{FF2B5EF4-FFF2-40B4-BE49-F238E27FC236}">
                <a16:creationId xmlns:a16="http://schemas.microsoft.com/office/drawing/2014/main" id="{7EAC7DD2-6F5B-1348-6B00-5C985463DB97}"/>
              </a:ext>
            </a:extLst>
          </p:cNvPr>
          <p:cNvSpPr>
            <a:spLocks noGrp="1"/>
          </p:cNvSpPr>
          <p:nvPr>
            <p:ph type="body" sz="quarter" idx="13" hasCustomPrompt="1"/>
          </p:nvPr>
        </p:nvSpPr>
        <p:spPr>
          <a:xfrm>
            <a:off x="9809019" y="2543175"/>
            <a:ext cx="7917874" cy="1467716"/>
          </a:xfrm>
          <a:prstGeom prst="rect">
            <a:avLst/>
          </a:prstGeom>
          <a:noFill/>
          <a:ln/>
        </p:spPr>
        <p:txBody>
          <a:bodyPr wrap="square" lIns="0" tIns="0" rIns="0" bIns="0" rtlCol="0" anchor="t"/>
          <a:lstStyle>
            <a:lvl1pPr marL="0" indent="0" algn="l">
              <a:lnSpc>
                <a:spcPts val="3600"/>
              </a:lnSpc>
              <a:spcAft>
                <a:spcPts val="1200"/>
              </a:spcAft>
              <a:buNone/>
              <a:defRPr lang="en-US" sz="2175" b="0" i="0" dirty="0">
                <a:solidFill>
                  <a:schemeClr val="tx1"/>
                </a:solidFill>
                <a:latin typeface="Inter" panose="02000503000000020004" pitchFamily="2" charset="0"/>
                <a:ea typeface="Inter" panose="02000503000000020004" pitchFamily="2" charset="0"/>
                <a:cs typeface="Inter" panose="02000503000000020004" pitchFamily="2" charset="0"/>
              </a:defRPr>
            </a:lvl1pPr>
          </a:lstStyle>
          <a:p>
            <a:pPr algn="l">
              <a:lnSpc>
                <a:spcPts val="3600"/>
              </a:lnSpc>
              <a:spcAft>
                <a:spcPts val="1200"/>
              </a:spcAft>
            </a:pPr>
            <a:r>
              <a:rPr lang="en-US" sz="2175" b="0" i="0" dirty="0">
                <a:solidFill>
                  <a:srgbClr val="1A1A1A"/>
                </a:solidFill>
                <a:latin typeface="Inter Regular" pitchFamily="34" charset="0"/>
                <a:ea typeface="Inter Regular" pitchFamily="34" charset="-122"/>
                <a:cs typeface="Inter Regular" pitchFamily="34" charset="-120"/>
              </a:rPr>
              <a:t>Lorem ipsum dolor sit </a:t>
            </a:r>
            <a:r>
              <a:rPr lang="en-US" sz="2175" b="0" i="0" dirty="0" err="1">
                <a:solidFill>
                  <a:srgbClr val="1A1A1A"/>
                </a:solidFill>
                <a:latin typeface="Inter Regular" pitchFamily="34" charset="0"/>
                <a:ea typeface="Inter Regular" pitchFamily="34" charset="-122"/>
                <a:cs typeface="Inter Regular" pitchFamily="34" charset="-120"/>
              </a:rPr>
              <a:t>amet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consectetur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adipiscing</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elit</a:t>
            </a:r>
            <a:r>
              <a:rPr lang="en-US" sz="2175" b="0" i="0" dirty="0">
                <a:solidFill>
                  <a:srgbClr val="1A1A1A"/>
                </a:solidFill>
                <a:latin typeface="Inter Regular" pitchFamily="34" charset="0"/>
                <a:ea typeface="Inter Regular" pitchFamily="34" charset="-122"/>
                <a:cs typeface="Inter Regular" pitchFamily="34" charset="-120"/>
              </a:rPr>
              <a:t>, sed do </a:t>
            </a:r>
            <a:r>
              <a:rPr lang="en-US" sz="2175" b="0" i="0" dirty="0" err="1">
                <a:solidFill>
                  <a:srgbClr val="1A1A1A"/>
                </a:solidFill>
                <a:latin typeface="Inter Regular" pitchFamily="34" charset="0"/>
                <a:ea typeface="Inter Regular" pitchFamily="34" charset="-122"/>
                <a:cs typeface="Inter Regular" pitchFamily="34" charset="-120"/>
              </a:rPr>
              <a:t>eiusmod</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tempor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incididunt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ut</a:t>
            </a:r>
            <a:r>
              <a:rPr lang="en-US" sz="2175" b="0" i="0" dirty="0">
                <a:solidFill>
                  <a:srgbClr val="1A1A1A"/>
                </a:solidFill>
                <a:latin typeface="Inter Regular" pitchFamily="34" charset="0"/>
                <a:ea typeface="Inter Regular" pitchFamily="34" charset="-122"/>
                <a:cs typeface="Inter Regular" pitchFamily="34" charset="-120"/>
              </a:rPr>
              <a:t> labore et dolore magna</a:t>
            </a:r>
            <a:endParaRPr lang="en-US" sz="2175" dirty="0"/>
          </a:p>
        </p:txBody>
      </p:sp>
      <p:sp>
        <p:nvSpPr>
          <p:cNvPr id="6" name="Text Placeholder 5">
            <a:extLst>
              <a:ext uri="{FF2B5EF4-FFF2-40B4-BE49-F238E27FC236}">
                <a16:creationId xmlns:a16="http://schemas.microsoft.com/office/drawing/2014/main" id="{050D655F-6D55-6534-1C51-CDF4545D6B9C}"/>
              </a:ext>
            </a:extLst>
          </p:cNvPr>
          <p:cNvSpPr>
            <a:spLocks noGrp="1"/>
          </p:cNvSpPr>
          <p:nvPr>
            <p:ph type="body" sz="quarter" idx="14" hasCustomPrompt="1"/>
          </p:nvPr>
        </p:nvSpPr>
        <p:spPr>
          <a:xfrm>
            <a:off x="9809019" y="4039466"/>
            <a:ext cx="7917874" cy="5083752"/>
          </a:xfrm>
          <a:prstGeom prst="rect">
            <a:avLst/>
          </a:prstGeom>
          <a:noFill/>
          <a:ln/>
        </p:spPr>
        <p:txBody>
          <a:bodyPr wrap="square" lIns="0" tIns="0" rIns="0" bIns="0" rtlCol="0" anchor="t"/>
          <a:lstStyle>
            <a:lvl1pPr marL="342900" marR="0" indent="-342900" algn="l" defTabSz="914400" rtl="0" eaLnBrk="1" fontAlgn="auto" latinLnBrk="0" hangingPunct="1">
              <a:lnSpc>
                <a:spcPts val="3600"/>
              </a:lnSpc>
              <a:spcBef>
                <a:spcPct val="20000"/>
              </a:spcBef>
              <a:spcAft>
                <a:spcPts val="1200"/>
              </a:spcAft>
              <a:buClr>
                <a:schemeClr val="tx2"/>
              </a:buClr>
              <a:buSzPct val="99000"/>
              <a:buFont typeface="Wingdings" pitchFamily="2" charset="2"/>
              <a:buChar char="§"/>
              <a:tabLst/>
              <a:defRPr lang="en-US" sz="2175" b="0" i="0" dirty="0">
                <a:solidFill>
                  <a:schemeClr val="tx1"/>
                </a:solidFill>
                <a:latin typeface="Inter" panose="02000503000000020004" pitchFamily="2" charset="0"/>
                <a:ea typeface="Inter" panose="02000503000000020004" pitchFamily="2" charset="0"/>
                <a:cs typeface="Inter" panose="02000503000000020004" pitchFamily="2" charset="0"/>
              </a:defRPr>
            </a:lvl1pPr>
          </a:lstStyle>
          <a:p>
            <a:pPr marL="342900" marR="0" lvl="0" indent="-342900" algn="l" defTabSz="914400" rtl="0" eaLnBrk="1" fontAlgn="auto" latinLnBrk="0" hangingPunct="1">
              <a:lnSpc>
                <a:spcPts val="3600"/>
              </a:lnSpc>
              <a:spcBef>
                <a:spcPct val="20000"/>
              </a:spcBef>
              <a:spcAft>
                <a:spcPts val="1200"/>
              </a:spcAft>
              <a:buClrTx/>
              <a:buSzTx/>
              <a:buFont typeface="Arial" panose="020B0604020202020204" pitchFamily="34" charset="0"/>
              <a:buChar char="•"/>
              <a:tabLst/>
              <a:defRPr/>
            </a:pPr>
            <a:r>
              <a:rPr lang="en-US" sz="2175" b="0" i="0" dirty="0">
                <a:solidFill>
                  <a:srgbClr val="1A1A1A"/>
                </a:solidFill>
                <a:latin typeface="Inter Regular" pitchFamily="34" charset="0"/>
                <a:ea typeface="Inter Regular" pitchFamily="34" charset="-122"/>
                <a:cs typeface="Inter Regular" pitchFamily="34" charset="-120"/>
              </a:rPr>
              <a:t>Lorem ipsum dolor sit </a:t>
            </a:r>
            <a:r>
              <a:rPr lang="en-US" sz="2175" b="0" i="0" dirty="0" err="1">
                <a:solidFill>
                  <a:srgbClr val="1A1A1A"/>
                </a:solidFill>
                <a:latin typeface="Inter Regular" pitchFamily="34" charset="0"/>
                <a:ea typeface="Inter Regular" pitchFamily="34" charset="-122"/>
                <a:cs typeface="Inter Regular" pitchFamily="34" charset="-120"/>
              </a:rPr>
              <a:t>amet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consectetur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adipiscing</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elit</a:t>
            </a:r>
            <a:r>
              <a:rPr lang="en-US" sz="2175" b="0" i="0" dirty="0">
                <a:solidFill>
                  <a:srgbClr val="1A1A1A"/>
                </a:solidFill>
                <a:latin typeface="Inter Regular" pitchFamily="34" charset="0"/>
                <a:ea typeface="Inter Regular" pitchFamily="34" charset="-122"/>
                <a:cs typeface="Inter Regular" pitchFamily="34" charset="-120"/>
              </a:rPr>
              <a:t>, sed do </a:t>
            </a:r>
            <a:r>
              <a:rPr lang="en-US" sz="2175" b="0" i="0" dirty="0" err="1">
                <a:solidFill>
                  <a:srgbClr val="1A1A1A"/>
                </a:solidFill>
                <a:latin typeface="Inter Regular" pitchFamily="34" charset="0"/>
                <a:ea typeface="Inter Regular" pitchFamily="34" charset="-122"/>
                <a:cs typeface="Inter Regular" pitchFamily="34" charset="-120"/>
              </a:rPr>
              <a:t>eiusmod</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tempor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incididunt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ut</a:t>
            </a:r>
            <a:r>
              <a:rPr lang="en-US" sz="2175" b="0" i="0" dirty="0">
                <a:solidFill>
                  <a:srgbClr val="1A1A1A"/>
                </a:solidFill>
                <a:latin typeface="Inter Regular" pitchFamily="34" charset="0"/>
                <a:ea typeface="Inter Regular" pitchFamily="34" charset="-122"/>
                <a:cs typeface="Inter Regular" pitchFamily="34" charset="-120"/>
              </a:rPr>
              <a:t> labore et dolore magna</a:t>
            </a:r>
          </a:p>
          <a:p>
            <a:pPr marL="342900" marR="0" lvl="0" indent="-342900" algn="l" defTabSz="914400" rtl="0" eaLnBrk="1" fontAlgn="auto" latinLnBrk="0" hangingPunct="1">
              <a:lnSpc>
                <a:spcPts val="3600"/>
              </a:lnSpc>
              <a:spcBef>
                <a:spcPct val="20000"/>
              </a:spcBef>
              <a:spcAft>
                <a:spcPts val="1200"/>
              </a:spcAft>
              <a:buClrTx/>
              <a:buSzTx/>
              <a:buFont typeface="Arial" panose="020B0604020202020204" pitchFamily="34" charset="0"/>
              <a:buChar char="•"/>
              <a:tabLst/>
              <a:defRPr/>
            </a:pPr>
            <a:r>
              <a:rPr lang="en-US" sz="2175" b="0" i="0" dirty="0">
                <a:solidFill>
                  <a:srgbClr val="1A1A1A"/>
                </a:solidFill>
                <a:latin typeface="Inter Regular" pitchFamily="34" charset="0"/>
                <a:ea typeface="Inter Regular" pitchFamily="34" charset="-122"/>
                <a:cs typeface="Inter Regular" pitchFamily="34" charset="-120"/>
              </a:rPr>
              <a:t>Lorem ipsum dolor sit </a:t>
            </a:r>
            <a:r>
              <a:rPr lang="en-US" sz="2175" b="0" i="0" dirty="0" err="1">
                <a:solidFill>
                  <a:srgbClr val="1A1A1A"/>
                </a:solidFill>
                <a:latin typeface="Inter Regular" pitchFamily="34" charset="0"/>
                <a:ea typeface="Inter Regular" pitchFamily="34" charset="-122"/>
                <a:cs typeface="Inter Regular" pitchFamily="34" charset="-120"/>
              </a:rPr>
              <a:t>amet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consectetur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adipiscing</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elit</a:t>
            </a:r>
            <a:r>
              <a:rPr lang="en-US" sz="2175" b="0" i="0" dirty="0">
                <a:solidFill>
                  <a:srgbClr val="1A1A1A"/>
                </a:solidFill>
                <a:latin typeface="Inter Regular" pitchFamily="34" charset="0"/>
                <a:ea typeface="Inter Regular" pitchFamily="34" charset="-122"/>
                <a:cs typeface="Inter Regular" pitchFamily="34" charset="-120"/>
              </a:rPr>
              <a:t>, sed do </a:t>
            </a:r>
            <a:r>
              <a:rPr lang="en-US" sz="2175" b="0" i="0" dirty="0" err="1">
                <a:solidFill>
                  <a:srgbClr val="1A1A1A"/>
                </a:solidFill>
                <a:latin typeface="Inter Regular" pitchFamily="34" charset="0"/>
                <a:ea typeface="Inter Regular" pitchFamily="34" charset="-122"/>
                <a:cs typeface="Inter Regular" pitchFamily="34" charset="-120"/>
              </a:rPr>
              <a:t>eiusmod</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tempor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incididunt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ut</a:t>
            </a:r>
            <a:r>
              <a:rPr lang="en-US" sz="2175" b="0" i="0" dirty="0">
                <a:solidFill>
                  <a:srgbClr val="1A1A1A"/>
                </a:solidFill>
                <a:latin typeface="Inter Regular" pitchFamily="34" charset="0"/>
                <a:ea typeface="Inter Regular" pitchFamily="34" charset="-122"/>
                <a:cs typeface="Inter Regular" pitchFamily="34" charset="-120"/>
              </a:rPr>
              <a:t> labore et dolore magna</a:t>
            </a:r>
            <a:endParaRPr lang="en-US" sz="2175" dirty="0"/>
          </a:p>
          <a:p>
            <a:pPr marL="342900" marR="0" lvl="0" indent="-342900" algn="l" defTabSz="914400" rtl="0" eaLnBrk="1" fontAlgn="auto" latinLnBrk="0" hangingPunct="1">
              <a:lnSpc>
                <a:spcPts val="3600"/>
              </a:lnSpc>
              <a:spcBef>
                <a:spcPct val="20000"/>
              </a:spcBef>
              <a:spcAft>
                <a:spcPts val="1200"/>
              </a:spcAft>
              <a:buClrTx/>
              <a:buSzTx/>
              <a:buFont typeface="Arial" panose="020B0604020202020204" pitchFamily="34" charset="0"/>
              <a:buChar char="•"/>
              <a:tabLst/>
              <a:defRPr/>
            </a:pPr>
            <a:r>
              <a:rPr lang="en-US" sz="2175" b="0" i="0" dirty="0">
                <a:solidFill>
                  <a:srgbClr val="1A1A1A"/>
                </a:solidFill>
                <a:latin typeface="Inter Regular" pitchFamily="34" charset="0"/>
                <a:ea typeface="Inter Regular" pitchFamily="34" charset="-122"/>
                <a:cs typeface="Inter Regular" pitchFamily="34" charset="-120"/>
              </a:rPr>
              <a:t>Lorem ipsum dolor sit </a:t>
            </a:r>
            <a:r>
              <a:rPr lang="en-US" sz="2175" b="0" i="0" dirty="0" err="1">
                <a:solidFill>
                  <a:srgbClr val="1A1A1A"/>
                </a:solidFill>
                <a:latin typeface="Inter Regular" pitchFamily="34" charset="0"/>
                <a:ea typeface="Inter Regular" pitchFamily="34" charset="-122"/>
                <a:cs typeface="Inter Regular" pitchFamily="34" charset="-120"/>
              </a:rPr>
              <a:t>amet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consectetur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adipiscing</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elit</a:t>
            </a:r>
            <a:r>
              <a:rPr lang="en-US" sz="2175" b="0" i="0" dirty="0">
                <a:solidFill>
                  <a:srgbClr val="1A1A1A"/>
                </a:solidFill>
                <a:latin typeface="Inter Regular" pitchFamily="34" charset="0"/>
                <a:ea typeface="Inter Regular" pitchFamily="34" charset="-122"/>
                <a:cs typeface="Inter Regular" pitchFamily="34" charset="-120"/>
              </a:rPr>
              <a:t>, sed do </a:t>
            </a:r>
            <a:r>
              <a:rPr lang="en-US" sz="2175" b="0" i="0" dirty="0" err="1">
                <a:solidFill>
                  <a:srgbClr val="1A1A1A"/>
                </a:solidFill>
                <a:latin typeface="Inter Regular" pitchFamily="34" charset="0"/>
                <a:ea typeface="Inter Regular" pitchFamily="34" charset="-122"/>
                <a:cs typeface="Inter Regular" pitchFamily="34" charset="-120"/>
              </a:rPr>
              <a:t>eiusmod</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tempor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incididunt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ut</a:t>
            </a:r>
            <a:r>
              <a:rPr lang="en-US" sz="2175" b="0" i="0" dirty="0">
                <a:solidFill>
                  <a:srgbClr val="1A1A1A"/>
                </a:solidFill>
                <a:latin typeface="Inter Regular" pitchFamily="34" charset="0"/>
                <a:ea typeface="Inter Regular" pitchFamily="34" charset="-122"/>
                <a:cs typeface="Inter Regular" pitchFamily="34" charset="-120"/>
              </a:rPr>
              <a:t> labore et dolore magna</a:t>
            </a:r>
            <a:endParaRPr lang="en-US" sz="2175" dirty="0"/>
          </a:p>
          <a:p>
            <a:pPr marL="342900" marR="0" lvl="0" indent="-342900" algn="l" defTabSz="914400" rtl="0" eaLnBrk="1" fontAlgn="auto" latinLnBrk="0" hangingPunct="1">
              <a:lnSpc>
                <a:spcPts val="3600"/>
              </a:lnSpc>
              <a:spcBef>
                <a:spcPct val="20000"/>
              </a:spcBef>
              <a:spcAft>
                <a:spcPts val="1200"/>
              </a:spcAft>
              <a:buClrTx/>
              <a:buSzTx/>
              <a:buFont typeface="Arial" panose="020B0604020202020204" pitchFamily="34" charset="0"/>
              <a:buChar char="•"/>
              <a:tabLst/>
              <a:defRPr/>
            </a:pPr>
            <a:r>
              <a:rPr lang="en-US" sz="2175" b="0" i="0" dirty="0">
                <a:solidFill>
                  <a:srgbClr val="1A1A1A"/>
                </a:solidFill>
                <a:latin typeface="Inter Regular" pitchFamily="34" charset="0"/>
                <a:ea typeface="Inter Regular" pitchFamily="34" charset="-122"/>
                <a:cs typeface="Inter Regular" pitchFamily="34" charset="-120"/>
              </a:rPr>
              <a:t>Lorem ipsum dolor sit </a:t>
            </a:r>
            <a:r>
              <a:rPr lang="en-US" sz="2175" b="0" i="0" dirty="0" err="1">
                <a:solidFill>
                  <a:srgbClr val="1A1A1A"/>
                </a:solidFill>
                <a:latin typeface="Inter Regular" pitchFamily="34" charset="0"/>
                <a:ea typeface="Inter Regular" pitchFamily="34" charset="-122"/>
                <a:cs typeface="Inter Regular" pitchFamily="34" charset="-120"/>
              </a:rPr>
              <a:t>amet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consectetur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adipiscing</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elit</a:t>
            </a:r>
            <a:r>
              <a:rPr lang="en-US" sz="2175" b="0" i="0" dirty="0">
                <a:solidFill>
                  <a:srgbClr val="1A1A1A"/>
                </a:solidFill>
                <a:latin typeface="Inter Regular" pitchFamily="34" charset="0"/>
                <a:ea typeface="Inter Regular" pitchFamily="34" charset="-122"/>
                <a:cs typeface="Inter Regular" pitchFamily="34" charset="-120"/>
              </a:rPr>
              <a:t>, sed do </a:t>
            </a:r>
            <a:r>
              <a:rPr lang="en-US" sz="2175" b="0" i="0" dirty="0" err="1">
                <a:solidFill>
                  <a:srgbClr val="1A1A1A"/>
                </a:solidFill>
                <a:latin typeface="Inter Regular" pitchFamily="34" charset="0"/>
                <a:ea typeface="Inter Regular" pitchFamily="34" charset="-122"/>
                <a:cs typeface="Inter Regular" pitchFamily="34" charset="-120"/>
              </a:rPr>
              <a:t>eiusmod</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tempor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incididunt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ut</a:t>
            </a:r>
            <a:r>
              <a:rPr lang="en-US" sz="2175" b="0" i="0" dirty="0">
                <a:solidFill>
                  <a:srgbClr val="1A1A1A"/>
                </a:solidFill>
                <a:latin typeface="Inter Regular" pitchFamily="34" charset="0"/>
                <a:ea typeface="Inter Regular" pitchFamily="34" charset="-122"/>
                <a:cs typeface="Inter Regular" pitchFamily="34" charset="-120"/>
              </a:rPr>
              <a:t> labore et dolore magna</a:t>
            </a:r>
            <a:endParaRPr lang="en-US" sz="2175" dirty="0"/>
          </a:p>
          <a:p>
            <a:pPr algn="l">
              <a:lnSpc>
                <a:spcPts val="3600"/>
              </a:lnSpc>
              <a:spcAft>
                <a:spcPts val="1200"/>
              </a:spcAft>
            </a:pPr>
            <a:endParaRPr lang="en-US" sz="2175" dirty="0"/>
          </a:p>
        </p:txBody>
      </p:sp>
    </p:spTree>
    <p:extLst>
      <p:ext uri="{BB962C8B-B14F-4D97-AF65-F5344CB8AC3E}">
        <p14:creationId xmlns:p14="http://schemas.microsoft.com/office/powerpoint/2010/main" val="342628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DEFAULT">
    <p:bg>
      <p:bgRef idx="1001">
        <a:schemeClr val="bg1"/>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99AA1A0-0C06-577C-D90E-1226BDE176E4}"/>
              </a:ext>
            </a:extLst>
          </p:cNvPr>
          <p:cNvSpPr>
            <a:spLocks noGrp="1"/>
          </p:cNvSpPr>
          <p:nvPr>
            <p:ph type="title"/>
          </p:nvPr>
        </p:nvSpPr>
        <p:spPr>
          <a:xfrm>
            <a:off x="576470" y="1537077"/>
            <a:ext cx="7590785" cy="876680"/>
          </a:xfrm>
          <a:prstGeom prst="rect">
            <a:avLst/>
          </a:prstGeom>
          <a:noFill/>
          <a:ln/>
        </p:spPr>
        <p:txBody>
          <a:bodyPr wrap="square" lIns="0" tIns="0" rIns="0" bIns="0" rtlCol="0" anchor="t"/>
          <a:lstStyle>
            <a:lvl1pPr algn="l">
              <a:defRPr lang="ru-RU" sz="4425" b="0" i="0" dirty="0">
                <a:solidFill>
                  <a:schemeClr val="tx1"/>
                </a:solidFill>
                <a:latin typeface="Inter Medium" panose="02000503000000020004" pitchFamily="2" charset="0"/>
                <a:ea typeface="Inter Medium" panose="02000503000000020004" pitchFamily="2" charset="0"/>
                <a:cs typeface="Inter Medium" panose="02000503000000020004" pitchFamily="2" charset="0"/>
              </a:defRPr>
            </a:lvl1pPr>
          </a:lstStyle>
          <a:p>
            <a:pPr marL="0" lvl="0" algn="l">
              <a:lnSpc>
                <a:spcPts val="4800"/>
              </a:lnSpc>
              <a:spcAft>
                <a:spcPts val="2400"/>
              </a:spcAft>
            </a:pPr>
            <a:r>
              <a:rPr lang="en-US"/>
              <a:t>Click to edit Master title style</a:t>
            </a:r>
            <a:endParaRPr lang="ru-RU" dirty="0"/>
          </a:p>
        </p:txBody>
      </p:sp>
      <p:sp>
        <p:nvSpPr>
          <p:cNvPr id="5" name="Text Placeholder 5">
            <a:extLst>
              <a:ext uri="{FF2B5EF4-FFF2-40B4-BE49-F238E27FC236}">
                <a16:creationId xmlns:a16="http://schemas.microsoft.com/office/drawing/2014/main" id="{7EAC7DD2-6F5B-1348-6B00-5C985463DB97}"/>
              </a:ext>
            </a:extLst>
          </p:cNvPr>
          <p:cNvSpPr>
            <a:spLocks noGrp="1"/>
          </p:cNvSpPr>
          <p:nvPr>
            <p:ph type="body" sz="quarter" idx="13" hasCustomPrompt="1"/>
          </p:nvPr>
        </p:nvSpPr>
        <p:spPr>
          <a:xfrm>
            <a:off x="576470" y="2543175"/>
            <a:ext cx="7590786" cy="1467716"/>
          </a:xfrm>
          <a:prstGeom prst="rect">
            <a:avLst/>
          </a:prstGeom>
          <a:noFill/>
          <a:ln/>
        </p:spPr>
        <p:txBody>
          <a:bodyPr wrap="square" lIns="0" tIns="0" rIns="0" bIns="0" rtlCol="0" anchor="t"/>
          <a:lstStyle>
            <a:lvl1pPr marL="0" indent="0" algn="l">
              <a:lnSpc>
                <a:spcPts val="3600"/>
              </a:lnSpc>
              <a:spcAft>
                <a:spcPts val="1200"/>
              </a:spcAft>
              <a:buNone/>
              <a:defRPr lang="en-US" sz="2175" b="0" i="0" dirty="0">
                <a:solidFill>
                  <a:schemeClr val="tx1"/>
                </a:solidFill>
                <a:latin typeface="Inter" panose="02000503000000020004" pitchFamily="2" charset="0"/>
                <a:ea typeface="Inter" panose="02000503000000020004" pitchFamily="2" charset="0"/>
                <a:cs typeface="Inter" panose="02000503000000020004" pitchFamily="2" charset="0"/>
              </a:defRPr>
            </a:lvl1pPr>
          </a:lstStyle>
          <a:p>
            <a:pPr algn="l">
              <a:lnSpc>
                <a:spcPts val="3600"/>
              </a:lnSpc>
              <a:spcAft>
                <a:spcPts val="1200"/>
              </a:spcAft>
            </a:pPr>
            <a:r>
              <a:rPr lang="en-US" sz="2175" b="0" i="0" dirty="0">
                <a:solidFill>
                  <a:srgbClr val="1A1A1A"/>
                </a:solidFill>
                <a:latin typeface="Inter Regular" pitchFamily="34" charset="0"/>
                <a:ea typeface="Inter Regular" pitchFamily="34" charset="-122"/>
                <a:cs typeface="Inter Regular" pitchFamily="34" charset="-120"/>
              </a:rPr>
              <a:t>Lorem ipsum dolor sit </a:t>
            </a:r>
            <a:r>
              <a:rPr lang="en-US" sz="2175" b="0" i="0" dirty="0" err="1">
                <a:solidFill>
                  <a:srgbClr val="1A1A1A"/>
                </a:solidFill>
                <a:latin typeface="Inter Regular" pitchFamily="34" charset="0"/>
                <a:ea typeface="Inter Regular" pitchFamily="34" charset="-122"/>
                <a:cs typeface="Inter Regular" pitchFamily="34" charset="-120"/>
              </a:rPr>
              <a:t>amet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consectetur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adipiscing</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elit</a:t>
            </a:r>
            <a:r>
              <a:rPr lang="en-US" sz="2175" b="0" i="0" dirty="0">
                <a:solidFill>
                  <a:srgbClr val="1A1A1A"/>
                </a:solidFill>
                <a:latin typeface="Inter Regular" pitchFamily="34" charset="0"/>
                <a:ea typeface="Inter Regular" pitchFamily="34" charset="-122"/>
                <a:cs typeface="Inter Regular" pitchFamily="34" charset="-120"/>
              </a:rPr>
              <a:t>, sed do </a:t>
            </a:r>
            <a:r>
              <a:rPr lang="en-US" sz="2175" b="0" i="0" dirty="0" err="1">
                <a:solidFill>
                  <a:srgbClr val="1A1A1A"/>
                </a:solidFill>
                <a:latin typeface="Inter Regular" pitchFamily="34" charset="0"/>
                <a:ea typeface="Inter Regular" pitchFamily="34" charset="-122"/>
                <a:cs typeface="Inter Regular" pitchFamily="34" charset="-120"/>
              </a:rPr>
              <a:t>eiusmod</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tempor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incididunt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ut</a:t>
            </a:r>
            <a:r>
              <a:rPr lang="en-US" sz="2175" b="0" i="0" dirty="0">
                <a:solidFill>
                  <a:srgbClr val="1A1A1A"/>
                </a:solidFill>
                <a:latin typeface="Inter Regular" pitchFamily="34" charset="0"/>
                <a:ea typeface="Inter Regular" pitchFamily="34" charset="-122"/>
                <a:cs typeface="Inter Regular" pitchFamily="34" charset="-120"/>
              </a:rPr>
              <a:t> labore et dolore magna</a:t>
            </a:r>
            <a:endParaRPr lang="en-US" sz="2175" dirty="0"/>
          </a:p>
        </p:txBody>
      </p:sp>
      <p:sp>
        <p:nvSpPr>
          <p:cNvPr id="6" name="Text Placeholder 5">
            <a:extLst>
              <a:ext uri="{FF2B5EF4-FFF2-40B4-BE49-F238E27FC236}">
                <a16:creationId xmlns:a16="http://schemas.microsoft.com/office/drawing/2014/main" id="{050D655F-6D55-6534-1C51-CDF4545D6B9C}"/>
              </a:ext>
            </a:extLst>
          </p:cNvPr>
          <p:cNvSpPr>
            <a:spLocks noGrp="1"/>
          </p:cNvSpPr>
          <p:nvPr>
            <p:ph type="body" sz="quarter" idx="14" hasCustomPrompt="1"/>
          </p:nvPr>
        </p:nvSpPr>
        <p:spPr>
          <a:xfrm>
            <a:off x="576470" y="4039466"/>
            <a:ext cx="7590786" cy="5083752"/>
          </a:xfrm>
          <a:prstGeom prst="rect">
            <a:avLst/>
          </a:prstGeom>
          <a:noFill/>
          <a:ln/>
        </p:spPr>
        <p:txBody>
          <a:bodyPr wrap="square" lIns="0" tIns="0" rIns="0" bIns="0" rtlCol="0" anchor="t"/>
          <a:lstStyle>
            <a:lvl1pPr marL="342900" marR="0" indent="-342900" algn="l" defTabSz="914400" rtl="0" eaLnBrk="1" fontAlgn="auto" latinLnBrk="0" hangingPunct="1">
              <a:lnSpc>
                <a:spcPts val="3600"/>
              </a:lnSpc>
              <a:spcBef>
                <a:spcPct val="20000"/>
              </a:spcBef>
              <a:spcAft>
                <a:spcPts val="1200"/>
              </a:spcAft>
              <a:buClr>
                <a:schemeClr val="tx2"/>
              </a:buClr>
              <a:buSzPct val="99000"/>
              <a:buFont typeface="Wingdings" pitchFamily="2" charset="2"/>
              <a:buChar char="§"/>
              <a:tabLst/>
              <a:defRPr lang="en-US" sz="2175" b="0" i="0" dirty="0">
                <a:solidFill>
                  <a:schemeClr val="tx1"/>
                </a:solidFill>
                <a:latin typeface="Inter" panose="02000503000000020004" pitchFamily="2" charset="0"/>
                <a:ea typeface="Inter" panose="02000503000000020004" pitchFamily="2" charset="0"/>
                <a:cs typeface="Inter" panose="02000503000000020004" pitchFamily="2" charset="0"/>
              </a:defRPr>
            </a:lvl1pPr>
          </a:lstStyle>
          <a:p>
            <a:pPr marL="342900" marR="0" lvl="0" indent="-342900" algn="l" defTabSz="914400" rtl="0" eaLnBrk="1" fontAlgn="auto" latinLnBrk="0" hangingPunct="1">
              <a:lnSpc>
                <a:spcPts val="3600"/>
              </a:lnSpc>
              <a:spcBef>
                <a:spcPct val="20000"/>
              </a:spcBef>
              <a:spcAft>
                <a:spcPts val="1200"/>
              </a:spcAft>
              <a:buClrTx/>
              <a:buSzTx/>
              <a:buFont typeface="Arial" panose="020B0604020202020204" pitchFamily="34" charset="0"/>
              <a:buChar char="•"/>
              <a:tabLst/>
              <a:defRPr/>
            </a:pPr>
            <a:r>
              <a:rPr lang="en-US" sz="2175" b="0" i="0" dirty="0">
                <a:solidFill>
                  <a:srgbClr val="1A1A1A"/>
                </a:solidFill>
                <a:latin typeface="Inter Regular" pitchFamily="34" charset="0"/>
                <a:ea typeface="Inter Regular" pitchFamily="34" charset="-122"/>
                <a:cs typeface="Inter Regular" pitchFamily="34" charset="-120"/>
              </a:rPr>
              <a:t>Lorem ipsum dolor sit </a:t>
            </a:r>
            <a:r>
              <a:rPr lang="en-US" sz="2175" b="0" i="0" dirty="0" err="1">
                <a:solidFill>
                  <a:srgbClr val="1A1A1A"/>
                </a:solidFill>
                <a:latin typeface="Inter Regular" pitchFamily="34" charset="0"/>
                <a:ea typeface="Inter Regular" pitchFamily="34" charset="-122"/>
                <a:cs typeface="Inter Regular" pitchFamily="34" charset="-120"/>
              </a:rPr>
              <a:t>amet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consectetur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adipiscing</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elit</a:t>
            </a:r>
            <a:r>
              <a:rPr lang="en-US" sz="2175" b="0" i="0" dirty="0">
                <a:solidFill>
                  <a:srgbClr val="1A1A1A"/>
                </a:solidFill>
                <a:latin typeface="Inter Regular" pitchFamily="34" charset="0"/>
                <a:ea typeface="Inter Regular" pitchFamily="34" charset="-122"/>
                <a:cs typeface="Inter Regular" pitchFamily="34" charset="-120"/>
              </a:rPr>
              <a:t>, sed do </a:t>
            </a:r>
            <a:r>
              <a:rPr lang="en-US" sz="2175" b="0" i="0" dirty="0" err="1">
                <a:solidFill>
                  <a:srgbClr val="1A1A1A"/>
                </a:solidFill>
                <a:latin typeface="Inter Regular" pitchFamily="34" charset="0"/>
                <a:ea typeface="Inter Regular" pitchFamily="34" charset="-122"/>
                <a:cs typeface="Inter Regular" pitchFamily="34" charset="-120"/>
              </a:rPr>
              <a:t>eiusmod</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tempor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incididunt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ut</a:t>
            </a:r>
            <a:r>
              <a:rPr lang="en-US" sz="2175" b="0" i="0" dirty="0">
                <a:solidFill>
                  <a:srgbClr val="1A1A1A"/>
                </a:solidFill>
                <a:latin typeface="Inter Regular" pitchFamily="34" charset="0"/>
                <a:ea typeface="Inter Regular" pitchFamily="34" charset="-122"/>
                <a:cs typeface="Inter Regular" pitchFamily="34" charset="-120"/>
              </a:rPr>
              <a:t> labore et dolore magna</a:t>
            </a:r>
          </a:p>
          <a:p>
            <a:pPr marL="342900" marR="0" lvl="0" indent="-342900" algn="l" defTabSz="914400" rtl="0" eaLnBrk="1" fontAlgn="auto" latinLnBrk="0" hangingPunct="1">
              <a:lnSpc>
                <a:spcPts val="3600"/>
              </a:lnSpc>
              <a:spcBef>
                <a:spcPct val="20000"/>
              </a:spcBef>
              <a:spcAft>
                <a:spcPts val="1200"/>
              </a:spcAft>
              <a:buClrTx/>
              <a:buSzTx/>
              <a:buFont typeface="Arial" panose="020B0604020202020204" pitchFamily="34" charset="0"/>
              <a:buChar char="•"/>
              <a:tabLst/>
              <a:defRPr/>
            </a:pPr>
            <a:r>
              <a:rPr lang="en-US" sz="2175" b="0" i="0" dirty="0">
                <a:solidFill>
                  <a:srgbClr val="1A1A1A"/>
                </a:solidFill>
                <a:latin typeface="Inter Regular" pitchFamily="34" charset="0"/>
                <a:ea typeface="Inter Regular" pitchFamily="34" charset="-122"/>
                <a:cs typeface="Inter Regular" pitchFamily="34" charset="-120"/>
              </a:rPr>
              <a:t>Lorem ipsum dolor sit </a:t>
            </a:r>
            <a:r>
              <a:rPr lang="en-US" sz="2175" b="0" i="0" dirty="0" err="1">
                <a:solidFill>
                  <a:srgbClr val="1A1A1A"/>
                </a:solidFill>
                <a:latin typeface="Inter Regular" pitchFamily="34" charset="0"/>
                <a:ea typeface="Inter Regular" pitchFamily="34" charset="-122"/>
                <a:cs typeface="Inter Regular" pitchFamily="34" charset="-120"/>
              </a:rPr>
              <a:t>amet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consectetur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adipiscing</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elit</a:t>
            </a:r>
            <a:r>
              <a:rPr lang="en-US" sz="2175" b="0" i="0" dirty="0">
                <a:solidFill>
                  <a:srgbClr val="1A1A1A"/>
                </a:solidFill>
                <a:latin typeface="Inter Regular" pitchFamily="34" charset="0"/>
                <a:ea typeface="Inter Regular" pitchFamily="34" charset="-122"/>
                <a:cs typeface="Inter Regular" pitchFamily="34" charset="-120"/>
              </a:rPr>
              <a:t>, sed do </a:t>
            </a:r>
            <a:r>
              <a:rPr lang="en-US" sz="2175" b="0" i="0" dirty="0" err="1">
                <a:solidFill>
                  <a:srgbClr val="1A1A1A"/>
                </a:solidFill>
                <a:latin typeface="Inter Regular" pitchFamily="34" charset="0"/>
                <a:ea typeface="Inter Regular" pitchFamily="34" charset="-122"/>
                <a:cs typeface="Inter Regular" pitchFamily="34" charset="-120"/>
              </a:rPr>
              <a:t>eiusmod</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tempor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incididunt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ut</a:t>
            </a:r>
            <a:r>
              <a:rPr lang="en-US" sz="2175" b="0" i="0" dirty="0">
                <a:solidFill>
                  <a:srgbClr val="1A1A1A"/>
                </a:solidFill>
                <a:latin typeface="Inter Regular" pitchFamily="34" charset="0"/>
                <a:ea typeface="Inter Regular" pitchFamily="34" charset="-122"/>
                <a:cs typeface="Inter Regular" pitchFamily="34" charset="-120"/>
              </a:rPr>
              <a:t> labore et dolore magna</a:t>
            </a:r>
            <a:endParaRPr lang="en-US" sz="2175" dirty="0"/>
          </a:p>
          <a:p>
            <a:pPr marL="342900" marR="0" lvl="0" indent="-342900" algn="l" defTabSz="914400" rtl="0" eaLnBrk="1" fontAlgn="auto" latinLnBrk="0" hangingPunct="1">
              <a:lnSpc>
                <a:spcPts val="3600"/>
              </a:lnSpc>
              <a:spcBef>
                <a:spcPct val="20000"/>
              </a:spcBef>
              <a:spcAft>
                <a:spcPts val="1200"/>
              </a:spcAft>
              <a:buClrTx/>
              <a:buSzTx/>
              <a:buFont typeface="Arial" panose="020B0604020202020204" pitchFamily="34" charset="0"/>
              <a:buChar char="•"/>
              <a:tabLst/>
              <a:defRPr/>
            </a:pPr>
            <a:r>
              <a:rPr lang="en-US" sz="2175" b="0" i="0" dirty="0">
                <a:solidFill>
                  <a:srgbClr val="1A1A1A"/>
                </a:solidFill>
                <a:latin typeface="Inter Regular" pitchFamily="34" charset="0"/>
                <a:ea typeface="Inter Regular" pitchFamily="34" charset="-122"/>
                <a:cs typeface="Inter Regular" pitchFamily="34" charset="-120"/>
              </a:rPr>
              <a:t>Lorem ipsum dolor sit </a:t>
            </a:r>
            <a:r>
              <a:rPr lang="en-US" sz="2175" b="0" i="0" dirty="0" err="1">
                <a:solidFill>
                  <a:srgbClr val="1A1A1A"/>
                </a:solidFill>
                <a:latin typeface="Inter Regular" pitchFamily="34" charset="0"/>
                <a:ea typeface="Inter Regular" pitchFamily="34" charset="-122"/>
                <a:cs typeface="Inter Regular" pitchFamily="34" charset="-120"/>
              </a:rPr>
              <a:t>amet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consectetur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adipiscing</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elit</a:t>
            </a:r>
            <a:r>
              <a:rPr lang="en-US" sz="2175" b="0" i="0" dirty="0">
                <a:solidFill>
                  <a:srgbClr val="1A1A1A"/>
                </a:solidFill>
                <a:latin typeface="Inter Regular" pitchFamily="34" charset="0"/>
                <a:ea typeface="Inter Regular" pitchFamily="34" charset="-122"/>
                <a:cs typeface="Inter Regular" pitchFamily="34" charset="-120"/>
              </a:rPr>
              <a:t>, sed do </a:t>
            </a:r>
            <a:r>
              <a:rPr lang="en-US" sz="2175" b="0" i="0" dirty="0" err="1">
                <a:solidFill>
                  <a:srgbClr val="1A1A1A"/>
                </a:solidFill>
                <a:latin typeface="Inter Regular" pitchFamily="34" charset="0"/>
                <a:ea typeface="Inter Regular" pitchFamily="34" charset="-122"/>
                <a:cs typeface="Inter Regular" pitchFamily="34" charset="-120"/>
              </a:rPr>
              <a:t>eiusmod</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tempor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incididunt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ut</a:t>
            </a:r>
            <a:r>
              <a:rPr lang="en-US" sz="2175" b="0" i="0" dirty="0">
                <a:solidFill>
                  <a:srgbClr val="1A1A1A"/>
                </a:solidFill>
                <a:latin typeface="Inter Regular" pitchFamily="34" charset="0"/>
                <a:ea typeface="Inter Regular" pitchFamily="34" charset="-122"/>
                <a:cs typeface="Inter Regular" pitchFamily="34" charset="-120"/>
              </a:rPr>
              <a:t> labore et dolore magna</a:t>
            </a:r>
            <a:endParaRPr lang="en-US" sz="2175" dirty="0"/>
          </a:p>
          <a:p>
            <a:pPr marL="342900" marR="0" lvl="0" indent="-342900" algn="l" defTabSz="914400" rtl="0" eaLnBrk="1" fontAlgn="auto" latinLnBrk="0" hangingPunct="1">
              <a:lnSpc>
                <a:spcPts val="3600"/>
              </a:lnSpc>
              <a:spcBef>
                <a:spcPct val="20000"/>
              </a:spcBef>
              <a:spcAft>
                <a:spcPts val="1200"/>
              </a:spcAft>
              <a:buClrTx/>
              <a:buSzTx/>
              <a:buFont typeface="Arial" panose="020B0604020202020204" pitchFamily="34" charset="0"/>
              <a:buChar char="•"/>
              <a:tabLst/>
              <a:defRPr/>
            </a:pPr>
            <a:r>
              <a:rPr lang="en-US" sz="2175" b="0" i="0" dirty="0">
                <a:solidFill>
                  <a:srgbClr val="1A1A1A"/>
                </a:solidFill>
                <a:latin typeface="Inter Regular" pitchFamily="34" charset="0"/>
                <a:ea typeface="Inter Regular" pitchFamily="34" charset="-122"/>
                <a:cs typeface="Inter Regular" pitchFamily="34" charset="-120"/>
              </a:rPr>
              <a:t>Lorem ipsum dolor sit </a:t>
            </a:r>
            <a:r>
              <a:rPr lang="en-US" sz="2175" b="0" i="0" dirty="0" err="1">
                <a:solidFill>
                  <a:srgbClr val="1A1A1A"/>
                </a:solidFill>
                <a:latin typeface="Inter Regular" pitchFamily="34" charset="0"/>
                <a:ea typeface="Inter Regular" pitchFamily="34" charset="-122"/>
                <a:cs typeface="Inter Regular" pitchFamily="34" charset="-120"/>
              </a:rPr>
              <a:t>amet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consectetur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adipiscing</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elit</a:t>
            </a:r>
            <a:r>
              <a:rPr lang="en-US" sz="2175" b="0" i="0" dirty="0">
                <a:solidFill>
                  <a:srgbClr val="1A1A1A"/>
                </a:solidFill>
                <a:latin typeface="Inter Regular" pitchFamily="34" charset="0"/>
                <a:ea typeface="Inter Regular" pitchFamily="34" charset="-122"/>
                <a:cs typeface="Inter Regular" pitchFamily="34" charset="-120"/>
              </a:rPr>
              <a:t>, sed do </a:t>
            </a:r>
            <a:r>
              <a:rPr lang="en-US" sz="2175" b="0" i="0" dirty="0" err="1">
                <a:solidFill>
                  <a:srgbClr val="1A1A1A"/>
                </a:solidFill>
                <a:latin typeface="Inter Regular" pitchFamily="34" charset="0"/>
                <a:ea typeface="Inter Regular" pitchFamily="34" charset="-122"/>
                <a:cs typeface="Inter Regular" pitchFamily="34" charset="-120"/>
              </a:rPr>
              <a:t>eiusmod</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tempor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incididunt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ut</a:t>
            </a:r>
            <a:r>
              <a:rPr lang="en-US" sz="2175" b="0" i="0" dirty="0">
                <a:solidFill>
                  <a:srgbClr val="1A1A1A"/>
                </a:solidFill>
                <a:latin typeface="Inter Regular" pitchFamily="34" charset="0"/>
                <a:ea typeface="Inter Regular" pitchFamily="34" charset="-122"/>
                <a:cs typeface="Inter Regular" pitchFamily="34" charset="-120"/>
              </a:rPr>
              <a:t> labore et dolore magna</a:t>
            </a:r>
            <a:endParaRPr lang="en-US" sz="2175" dirty="0"/>
          </a:p>
          <a:p>
            <a:pPr algn="l">
              <a:lnSpc>
                <a:spcPts val="3600"/>
              </a:lnSpc>
              <a:spcAft>
                <a:spcPts val="1200"/>
              </a:spcAft>
            </a:pPr>
            <a:endParaRPr lang="en-US" sz="2175" dirty="0"/>
          </a:p>
        </p:txBody>
      </p:sp>
    </p:spTree>
    <p:extLst>
      <p:ext uri="{BB962C8B-B14F-4D97-AF65-F5344CB8AC3E}">
        <p14:creationId xmlns:p14="http://schemas.microsoft.com/office/powerpoint/2010/main" val="92464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DEFAULT">
    <p:bg>
      <p:bgRef idx="1001">
        <a:schemeClr val="bg1"/>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99AA1A0-0C06-577C-D90E-1226BDE176E4}"/>
              </a:ext>
            </a:extLst>
          </p:cNvPr>
          <p:cNvSpPr>
            <a:spLocks noGrp="1"/>
          </p:cNvSpPr>
          <p:nvPr>
            <p:ph type="title"/>
          </p:nvPr>
        </p:nvSpPr>
        <p:spPr>
          <a:xfrm>
            <a:off x="576470" y="1537077"/>
            <a:ext cx="8886824" cy="876680"/>
          </a:xfrm>
          <a:prstGeom prst="rect">
            <a:avLst/>
          </a:prstGeom>
          <a:noFill/>
          <a:ln/>
        </p:spPr>
        <p:txBody>
          <a:bodyPr wrap="square" lIns="0" tIns="0" rIns="0" bIns="0" rtlCol="0" anchor="t"/>
          <a:lstStyle>
            <a:lvl1pPr algn="l">
              <a:defRPr lang="ru-RU" sz="4425" b="0" i="0" dirty="0">
                <a:solidFill>
                  <a:schemeClr val="tx1"/>
                </a:solidFill>
                <a:latin typeface="Inter Medium" panose="02000503000000020004" pitchFamily="2" charset="0"/>
                <a:ea typeface="Inter Medium" panose="02000503000000020004" pitchFamily="2" charset="0"/>
                <a:cs typeface="Inter Medium" panose="02000503000000020004" pitchFamily="2" charset="0"/>
              </a:defRPr>
            </a:lvl1pPr>
          </a:lstStyle>
          <a:p>
            <a:pPr marL="0" lvl="0" algn="l">
              <a:lnSpc>
                <a:spcPts val="4800"/>
              </a:lnSpc>
              <a:spcAft>
                <a:spcPts val="2400"/>
              </a:spcAft>
            </a:pPr>
            <a:r>
              <a:rPr lang="en-US"/>
              <a:t>Click to edit Master title style</a:t>
            </a:r>
            <a:endParaRPr lang="ru-RU" dirty="0"/>
          </a:p>
        </p:txBody>
      </p:sp>
      <p:sp>
        <p:nvSpPr>
          <p:cNvPr id="5" name="Text Placeholder 5">
            <a:extLst>
              <a:ext uri="{FF2B5EF4-FFF2-40B4-BE49-F238E27FC236}">
                <a16:creationId xmlns:a16="http://schemas.microsoft.com/office/drawing/2014/main" id="{7EAC7DD2-6F5B-1348-6B00-5C985463DB97}"/>
              </a:ext>
            </a:extLst>
          </p:cNvPr>
          <p:cNvSpPr>
            <a:spLocks noGrp="1"/>
          </p:cNvSpPr>
          <p:nvPr>
            <p:ph type="body" sz="quarter" idx="13" hasCustomPrompt="1"/>
          </p:nvPr>
        </p:nvSpPr>
        <p:spPr>
          <a:xfrm>
            <a:off x="576469" y="2543175"/>
            <a:ext cx="8886825" cy="1467716"/>
          </a:xfrm>
          <a:prstGeom prst="rect">
            <a:avLst/>
          </a:prstGeom>
          <a:noFill/>
          <a:ln/>
        </p:spPr>
        <p:txBody>
          <a:bodyPr wrap="square" lIns="0" tIns="0" rIns="0" bIns="0" rtlCol="0" anchor="t"/>
          <a:lstStyle>
            <a:lvl1pPr marL="0" indent="0" algn="l">
              <a:lnSpc>
                <a:spcPts val="3600"/>
              </a:lnSpc>
              <a:spcAft>
                <a:spcPts val="1200"/>
              </a:spcAft>
              <a:buNone/>
              <a:defRPr lang="en-US" sz="2175" b="0" i="0" dirty="0">
                <a:solidFill>
                  <a:schemeClr val="tx1"/>
                </a:solidFill>
                <a:latin typeface="Inter" panose="02000503000000020004" pitchFamily="2" charset="0"/>
                <a:ea typeface="Inter" panose="02000503000000020004" pitchFamily="2" charset="0"/>
                <a:cs typeface="Inter" panose="02000503000000020004" pitchFamily="2" charset="0"/>
              </a:defRPr>
            </a:lvl1pPr>
          </a:lstStyle>
          <a:p>
            <a:pPr algn="l">
              <a:lnSpc>
                <a:spcPts val="3600"/>
              </a:lnSpc>
              <a:spcAft>
                <a:spcPts val="1200"/>
              </a:spcAft>
            </a:pPr>
            <a:r>
              <a:rPr lang="en-US" sz="2175" b="0" i="0" dirty="0">
                <a:solidFill>
                  <a:srgbClr val="1A1A1A"/>
                </a:solidFill>
                <a:latin typeface="Inter Regular" pitchFamily="34" charset="0"/>
                <a:ea typeface="Inter Regular" pitchFamily="34" charset="-122"/>
                <a:cs typeface="Inter Regular" pitchFamily="34" charset="-120"/>
              </a:rPr>
              <a:t>Lorem ipsum dolor sit </a:t>
            </a:r>
            <a:r>
              <a:rPr lang="en-US" sz="2175" b="0" i="0" dirty="0" err="1">
                <a:solidFill>
                  <a:srgbClr val="1A1A1A"/>
                </a:solidFill>
                <a:latin typeface="Inter Regular" pitchFamily="34" charset="0"/>
                <a:ea typeface="Inter Regular" pitchFamily="34" charset="-122"/>
                <a:cs typeface="Inter Regular" pitchFamily="34" charset="-120"/>
              </a:rPr>
              <a:t>amet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consectetur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adipiscing</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elit</a:t>
            </a:r>
            <a:r>
              <a:rPr lang="en-US" sz="2175" b="0" i="0" dirty="0">
                <a:solidFill>
                  <a:srgbClr val="1A1A1A"/>
                </a:solidFill>
                <a:latin typeface="Inter Regular" pitchFamily="34" charset="0"/>
                <a:ea typeface="Inter Regular" pitchFamily="34" charset="-122"/>
                <a:cs typeface="Inter Regular" pitchFamily="34" charset="-120"/>
              </a:rPr>
              <a:t>, sed do </a:t>
            </a:r>
            <a:r>
              <a:rPr lang="en-US" sz="2175" b="0" i="0" dirty="0" err="1">
                <a:solidFill>
                  <a:srgbClr val="1A1A1A"/>
                </a:solidFill>
                <a:latin typeface="Inter Regular" pitchFamily="34" charset="0"/>
                <a:ea typeface="Inter Regular" pitchFamily="34" charset="-122"/>
                <a:cs typeface="Inter Regular" pitchFamily="34" charset="-120"/>
              </a:rPr>
              <a:t>eiusmod</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tempor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incididunt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ut</a:t>
            </a:r>
            <a:r>
              <a:rPr lang="en-US" sz="2175" b="0" i="0" dirty="0">
                <a:solidFill>
                  <a:srgbClr val="1A1A1A"/>
                </a:solidFill>
                <a:latin typeface="Inter Regular" pitchFamily="34" charset="0"/>
                <a:ea typeface="Inter Regular" pitchFamily="34" charset="-122"/>
                <a:cs typeface="Inter Regular" pitchFamily="34" charset="-120"/>
              </a:rPr>
              <a:t> labore et dolore magna</a:t>
            </a:r>
            <a:endParaRPr lang="en-US" sz="2175" dirty="0"/>
          </a:p>
        </p:txBody>
      </p:sp>
    </p:spTree>
    <p:extLst>
      <p:ext uri="{BB962C8B-B14F-4D97-AF65-F5344CB8AC3E}">
        <p14:creationId xmlns:p14="http://schemas.microsoft.com/office/powerpoint/2010/main" val="12605681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DEFAULT">
    <p:bg>
      <p:bgRef idx="1001">
        <a:schemeClr val="bg1"/>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99AA1A0-0C06-577C-D90E-1226BDE176E4}"/>
              </a:ext>
            </a:extLst>
          </p:cNvPr>
          <p:cNvSpPr>
            <a:spLocks noGrp="1"/>
          </p:cNvSpPr>
          <p:nvPr>
            <p:ph type="title"/>
          </p:nvPr>
        </p:nvSpPr>
        <p:spPr>
          <a:xfrm>
            <a:off x="576470" y="1537077"/>
            <a:ext cx="8886824" cy="876680"/>
          </a:xfrm>
          <a:prstGeom prst="rect">
            <a:avLst/>
          </a:prstGeom>
          <a:noFill/>
          <a:ln/>
        </p:spPr>
        <p:txBody>
          <a:bodyPr wrap="square" lIns="0" tIns="0" rIns="0" bIns="0" rtlCol="0" anchor="t"/>
          <a:lstStyle>
            <a:lvl1pPr algn="l">
              <a:defRPr lang="ru-RU" sz="4425" b="0" i="0" dirty="0">
                <a:solidFill>
                  <a:schemeClr val="tx1"/>
                </a:solidFill>
                <a:latin typeface="Inter Medium" panose="02000503000000020004" pitchFamily="2" charset="0"/>
                <a:ea typeface="Inter Medium" panose="02000503000000020004" pitchFamily="2" charset="0"/>
                <a:cs typeface="Inter Medium" panose="02000503000000020004" pitchFamily="2" charset="0"/>
              </a:defRPr>
            </a:lvl1pPr>
          </a:lstStyle>
          <a:p>
            <a:pPr marL="0" lvl="0" algn="l">
              <a:lnSpc>
                <a:spcPts val="4800"/>
              </a:lnSpc>
              <a:spcAft>
                <a:spcPts val="2400"/>
              </a:spcAft>
            </a:pPr>
            <a:r>
              <a:rPr lang="en-US"/>
              <a:t>Click to edit Master title style</a:t>
            </a:r>
            <a:endParaRPr lang="ru-RU" dirty="0"/>
          </a:p>
        </p:txBody>
      </p:sp>
      <p:sp>
        <p:nvSpPr>
          <p:cNvPr id="5" name="Text Placeholder 5">
            <a:extLst>
              <a:ext uri="{FF2B5EF4-FFF2-40B4-BE49-F238E27FC236}">
                <a16:creationId xmlns:a16="http://schemas.microsoft.com/office/drawing/2014/main" id="{7EAC7DD2-6F5B-1348-6B00-5C985463DB97}"/>
              </a:ext>
            </a:extLst>
          </p:cNvPr>
          <p:cNvSpPr>
            <a:spLocks noGrp="1"/>
          </p:cNvSpPr>
          <p:nvPr>
            <p:ph type="body" sz="quarter" idx="13" hasCustomPrompt="1"/>
          </p:nvPr>
        </p:nvSpPr>
        <p:spPr>
          <a:xfrm>
            <a:off x="576469" y="2543175"/>
            <a:ext cx="8886825" cy="1467716"/>
          </a:xfrm>
          <a:prstGeom prst="rect">
            <a:avLst/>
          </a:prstGeom>
          <a:noFill/>
          <a:ln/>
        </p:spPr>
        <p:txBody>
          <a:bodyPr wrap="square" lIns="0" tIns="0" rIns="0" bIns="0" rtlCol="0" anchor="t"/>
          <a:lstStyle>
            <a:lvl1pPr marL="0" indent="0" algn="l">
              <a:lnSpc>
                <a:spcPts val="3600"/>
              </a:lnSpc>
              <a:spcAft>
                <a:spcPts val="1200"/>
              </a:spcAft>
              <a:buNone/>
              <a:defRPr lang="en-US" sz="2175" b="0" i="0" dirty="0">
                <a:solidFill>
                  <a:schemeClr val="tx1"/>
                </a:solidFill>
                <a:latin typeface="Inter" panose="02000503000000020004" pitchFamily="2" charset="0"/>
                <a:ea typeface="Inter" panose="02000503000000020004" pitchFamily="2" charset="0"/>
                <a:cs typeface="Inter" panose="02000503000000020004" pitchFamily="2" charset="0"/>
              </a:defRPr>
            </a:lvl1pPr>
          </a:lstStyle>
          <a:p>
            <a:pPr algn="l">
              <a:lnSpc>
                <a:spcPts val="3600"/>
              </a:lnSpc>
              <a:spcAft>
                <a:spcPts val="1200"/>
              </a:spcAft>
            </a:pPr>
            <a:r>
              <a:rPr lang="en-US" sz="2175" b="0" i="0" dirty="0">
                <a:solidFill>
                  <a:srgbClr val="1A1A1A"/>
                </a:solidFill>
                <a:latin typeface="Inter Regular" pitchFamily="34" charset="0"/>
                <a:ea typeface="Inter Regular" pitchFamily="34" charset="-122"/>
                <a:cs typeface="Inter Regular" pitchFamily="34" charset="-120"/>
              </a:rPr>
              <a:t>Lorem ipsum dolor sit </a:t>
            </a:r>
            <a:r>
              <a:rPr lang="en-US" sz="2175" b="0" i="0" dirty="0" err="1">
                <a:solidFill>
                  <a:srgbClr val="1A1A1A"/>
                </a:solidFill>
                <a:latin typeface="Inter Regular" pitchFamily="34" charset="0"/>
                <a:ea typeface="Inter Regular" pitchFamily="34" charset="-122"/>
                <a:cs typeface="Inter Regular" pitchFamily="34" charset="-120"/>
              </a:rPr>
              <a:t>amet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consectetur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adipiscing</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elit</a:t>
            </a:r>
            <a:r>
              <a:rPr lang="en-US" sz="2175" b="0" i="0" dirty="0">
                <a:solidFill>
                  <a:srgbClr val="1A1A1A"/>
                </a:solidFill>
                <a:latin typeface="Inter Regular" pitchFamily="34" charset="0"/>
                <a:ea typeface="Inter Regular" pitchFamily="34" charset="-122"/>
                <a:cs typeface="Inter Regular" pitchFamily="34" charset="-120"/>
              </a:rPr>
              <a:t>, sed do </a:t>
            </a:r>
            <a:r>
              <a:rPr lang="en-US" sz="2175" b="0" i="0" dirty="0" err="1">
                <a:solidFill>
                  <a:srgbClr val="1A1A1A"/>
                </a:solidFill>
                <a:latin typeface="Inter Regular" pitchFamily="34" charset="0"/>
                <a:ea typeface="Inter Regular" pitchFamily="34" charset="-122"/>
                <a:cs typeface="Inter Regular" pitchFamily="34" charset="-120"/>
              </a:rPr>
              <a:t>eiusmod</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tempor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incididunt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ut</a:t>
            </a:r>
            <a:r>
              <a:rPr lang="en-US" sz="2175" b="0" i="0" dirty="0">
                <a:solidFill>
                  <a:srgbClr val="1A1A1A"/>
                </a:solidFill>
                <a:latin typeface="Inter Regular" pitchFamily="34" charset="0"/>
                <a:ea typeface="Inter Regular" pitchFamily="34" charset="-122"/>
                <a:cs typeface="Inter Regular" pitchFamily="34" charset="-120"/>
              </a:rPr>
              <a:t> labore et dolore magna</a:t>
            </a:r>
            <a:endParaRPr lang="en-US" sz="2175" dirty="0"/>
          </a:p>
        </p:txBody>
      </p:sp>
      <p:sp>
        <p:nvSpPr>
          <p:cNvPr id="3" name="Picture Placeholder 2">
            <a:extLst>
              <a:ext uri="{FF2B5EF4-FFF2-40B4-BE49-F238E27FC236}">
                <a16:creationId xmlns:a16="http://schemas.microsoft.com/office/drawing/2014/main" id="{59FDBA64-9565-3742-DD10-8A3ACC728CBF}"/>
              </a:ext>
            </a:extLst>
          </p:cNvPr>
          <p:cNvSpPr>
            <a:spLocks noGrp="1"/>
          </p:cNvSpPr>
          <p:nvPr>
            <p:ph type="pic" sz="quarter" idx="14"/>
          </p:nvPr>
        </p:nvSpPr>
        <p:spPr>
          <a:xfrm>
            <a:off x="576262" y="4011613"/>
            <a:ext cx="17192193" cy="6275387"/>
          </a:xfrm>
          <a:prstGeom prst="rect">
            <a:avLst/>
          </a:prstGeom>
        </p:spPr>
        <p:txBody>
          <a:bodyPr/>
          <a:lstStyle>
            <a:lvl1pPr marL="0" indent="0">
              <a:buNone/>
              <a:defRPr/>
            </a:lvl1pPr>
          </a:lstStyle>
          <a:p>
            <a:r>
              <a:rPr lang="en-US"/>
              <a:t>Click icon to add picture</a:t>
            </a:r>
            <a:endParaRPr lang="x-none"/>
          </a:p>
        </p:txBody>
      </p:sp>
    </p:spTree>
    <p:extLst>
      <p:ext uri="{BB962C8B-B14F-4D97-AF65-F5344CB8AC3E}">
        <p14:creationId xmlns:p14="http://schemas.microsoft.com/office/powerpoint/2010/main" val="12033558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DEFAULT">
    <p:bg>
      <p:bgRef idx="1001">
        <a:schemeClr val="bg1"/>
      </p:bgRef>
    </p:bg>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3EE0BDA1-5676-330A-F190-26B7299A548C}"/>
              </a:ext>
            </a:extLst>
          </p:cNvPr>
          <p:cNvSpPr>
            <a:spLocks noGrp="1"/>
          </p:cNvSpPr>
          <p:nvPr>
            <p:ph type="sldNum" sz="quarter" idx="12"/>
          </p:nvPr>
        </p:nvSpPr>
        <p:spPr>
          <a:xfrm>
            <a:off x="0" y="0"/>
            <a:ext cx="0" cy="0"/>
          </a:xfrm>
          <a:solidFill>
            <a:schemeClr val="accent4"/>
          </a:solidFill>
          <a:ln>
            <a:noFill/>
          </a:ln>
        </p:spPr>
        <p:txBody>
          <a:bodyPr lIns="1007999" tIns="19800000"/>
          <a:lstStyle>
            <a:lvl1pPr>
              <a:defRPr>
                <a:solidFill>
                  <a:schemeClr val="tx1">
                    <a:alpha val="27000"/>
                  </a:schemeClr>
                </a:solidFill>
                <a:latin typeface="Inter" panose="02000503000000020004" pitchFamily="2" charset="0"/>
                <a:ea typeface="Inter" panose="02000503000000020004" pitchFamily="2" charset="0"/>
              </a:defRPr>
            </a:lvl1pPr>
          </a:lstStyle>
          <a:p>
            <a:fld id="{D4A485D8-1BCE-704F-A773-0AF1139C217B}" type="slidenum">
              <a:rPr lang="ru-RU" smtClean="0"/>
              <a:pPr/>
              <a:t>‹#›</a:t>
            </a:fld>
            <a:endParaRPr lang="ru-RU" dirty="0"/>
          </a:p>
        </p:txBody>
      </p:sp>
      <p:sp>
        <p:nvSpPr>
          <p:cNvPr id="3" name="Title 1">
            <a:extLst>
              <a:ext uri="{FF2B5EF4-FFF2-40B4-BE49-F238E27FC236}">
                <a16:creationId xmlns:a16="http://schemas.microsoft.com/office/drawing/2014/main" id="{0416D973-3F62-16FF-E7C5-33CEB739E855}"/>
              </a:ext>
            </a:extLst>
          </p:cNvPr>
          <p:cNvSpPr>
            <a:spLocks noGrp="1"/>
          </p:cNvSpPr>
          <p:nvPr>
            <p:ph type="title"/>
          </p:nvPr>
        </p:nvSpPr>
        <p:spPr>
          <a:xfrm>
            <a:off x="576470" y="1537077"/>
            <a:ext cx="6551694" cy="876680"/>
          </a:xfrm>
          <a:prstGeom prst="rect">
            <a:avLst/>
          </a:prstGeom>
          <a:noFill/>
          <a:ln/>
        </p:spPr>
        <p:txBody>
          <a:bodyPr wrap="square" lIns="0" tIns="0" rIns="0" bIns="0" rtlCol="0" anchor="t"/>
          <a:lstStyle>
            <a:lvl1pPr algn="l">
              <a:defRPr lang="ru-RU" sz="4425" b="0" i="0" dirty="0">
                <a:solidFill>
                  <a:schemeClr val="tx1"/>
                </a:solidFill>
                <a:latin typeface="Inter Medium" panose="02000503000000020004" pitchFamily="2" charset="0"/>
                <a:ea typeface="Inter Medium" panose="02000503000000020004" pitchFamily="2" charset="0"/>
                <a:cs typeface="Inter Medium" panose="02000503000000020004" pitchFamily="2" charset="0"/>
              </a:defRPr>
            </a:lvl1pPr>
          </a:lstStyle>
          <a:p>
            <a:pPr marL="0" lvl="0" algn="l">
              <a:lnSpc>
                <a:spcPts val="4800"/>
              </a:lnSpc>
              <a:spcAft>
                <a:spcPts val="2400"/>
              </a:spcAft>
            </a:pPr>
            <a:r>
              <a:rPr lang="en-US"/>
              <a:t>Click to edit Master title style</a:t>
            </a:r>
            <a:endParaRPr lang="ru-RU" dirty="0"/>
          </a:p>
        </p:txBody>
      </p:sp>
      <p:sp>
        <p:nvSpPr>
          <p:cNvPr id="4" name="Text Placeholder 5">
            <a:extLst>
              <a:ext uri="{FF2B5EF4-FFF2-40B4-BE49-F238E27FC236}">
                <a16:creationId xmlns:a16="http://schemas.microsoft.com/office/drawing/2014/main" id="{AC607D3D-7CF5-94E4-124D-EF6F39FC6F24}"/>
              </a:ext>
            </a:extLst>
          </p:cNvPr>
          <p:cNvSpPr>
            <a:spLocks noGrp="1"/>
          </p:cNvSpPr>
          <p:nvPr>
            <p:ph type="body" sz="quarter" idx="13" hasCustomPrompt="1"/>
          </p:nvPr>
        </p:nvSpPr>
        <p:spPr>
          <a:xfrm>
            <a:off x="576469" y="3312109"/>
            <a:ext cx="6551695" cy="6476208"/>
          </a:xfrm>
          <a:prstGeom prst="rect">
            <a:avLst/>
          </a:prstGeom>
          <a:noFill/>
          <a:ln/>
        </p:spPr>
        <p:txBody>
          <a:bodyPr wrap="square" lIns="0" tIns="0" rIns="0" bIns="0" rtlCol="0" anchor="b"/>
          <a:lstStyle>
            <a:lvl1pPr marL="0" indent="0">
              <a:buNone/>
              <a:defRPr lang="en-US" sz="3000" b="0" i="0" dirty="0">
                <a:solidFill>
                  <a:srgbClr val="1A1A1A"/>
                </a:solidFill>
                <a:latin typeface="Suisse Int'l Regular" pitchFamily="34" charset="0"/>
                <a:ea typeface="Suisse Int'l Regular" pitchFamily="34" charset="-122"/>
                <a:cs typeface="Suisse Int'l Regular" pitchFamily="34" charset="-120"/>
              </a:defRPr>
            </a:lvl1pPr>
          </a:lstStyle>
          <a:p>
            <a:pPr marL="0" lvl="0">
              <a:lnSpc>
                <a:spcPts val="4200"/>
              </a:lnSpc>
              <a:spcAft>
                <a:spcPts val="2400"/>
              </a:spcAft>
            </a:pPr>
            <a:r>
              <a:rPr lang="en-US" sz="2175" b="0" i="0" dirty="0">
                <a:solidFill>
                  <a:srgbClr val="1A1A1A"/>
                </a:solidFill>
                <a:latin typeface="Inter Regular" pitchFamily="34" charset="0"/>
                <a:ea typeface="Inter Regular" pitchFamily="34" charset="-122"/>
                <a:cs typeface="Inter Regular" pitchFamily="34" charset="-120"/>
              </a:rPr>
              <a:t>Lorem ipsum dolor sit </a:t>
            </a:r>
            <a:r>
              <a:rPr lang="en-US" sz="2175" b="0" i="0" dirty="0" err="1">
                <a:solidFill>
                  <a:srgbClr val="1A1A1A"/>
                </a:solidFill>
                <a:latin typeface="Inter Regular" pitchFamily="34" charset="0"/>
                <a:ea typeface="Inter Regular" pitchFamily="34" charset="-122"/>
                <a:cs typeface="Inter Regular" pitchFamily="34" charset="-120"/>
              </a:rPr>
              <a:t>amet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consectetur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adipiscing</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elit</a:t>
            </a:r>
            <a:r>
              <a:rPr lang="en-US" sz="2175" b="0" i="0" dirty="0">
                <a:solidFill>
                  <a:srgbClr val="1A1A1A"/>
                </a:solidFill>
                <a:latin typeface="Inter Regular" pitchFamily="34" charset="0"/>
                <a:ea typeface="Inter Regular" pitchFamily="34" charset="-122"/>
                <a:cs typeface="Inter Regular" pitchFamily="34" charset="-120"/>
              </a:rPr>
              <a:t>, sed do </a:t>
            </a:r>
            <a:r>
              <a:rPr lang="en-US" sz="2175" b="0" i="0" dirty="0" err="1">
                <a:solidFill>
                  <a:srgbClr val="1A1A1A"/>
                </a:solidFill>
                <a:latin typeface="Inter Regular" pitchFamily="34" charset="0"/>
                <a:ea typeface="Inter Regular" pitchFamily="34" charset="-122"/>
                <a:cs typeface="Inter Regular" pitchFamily="34" charset="-120"/>
              </a:rPr>
              <a:t>eiusmod</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tempor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incididunt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ut</a:t>
            </a:r>
            <a:r>
              <a:rPr lang="en-US" sz="2175" b="0" i="0" dirty="0">
                <a:solidFill>
                  <a:srgbClr val="1A1A1A"/>
                </a:solidFill>
                <a:latin typeface="Inter Regular" pitchFamily="34" charset="0"/>
                <a:ea typeface="Inter Regular" pitchFamily="34" charset="-122"/>
                <a:cs typeface="Inter Regular" pitchFamily="34" charset="-120"/>
              </a:rPr>
              <a:t> labore et dolore magna </a:t>
            </a:r>
            <a:r>
              <a:rPr lang="en-US" sz="2175" b="0" i="0" dirty="0" err="1">
                <a:solidFill>
                  <a:srgbClr val="1A1A1A"/>
                </a:solidFill>
                <a:latin typeface="Inter Regular" pitchFamily="34" charset="0"/>
                <a:ea typeface="Inter Regular" pitchFamily="34" charset="-122"/>
                <a:cs typeface="Inter Regular" pitchFamily="34" charset="-120"/>
              </a:rPr>
              <a:t>aliqua</a:t>
            </a:r>
            <a:r>
              <a:rPr lang="en-US" sz="2175" b="0" i="0" dirty="0">
                <a:solidFill>
                  <a:srgbClr val="1A1A1A"/>
                </a:solidFill>
                <a:latin typeface="Inter Regular" pitchFamily="34" charset="0"/>
                <a:ea typeface="Inter Regular" pitchFamily="34" charset="-122"/>
                <a:cs typeface="Inter Regular" pitchFamily="34" charset="-120"/>
              </a:rPr>
              <a:t>. Ut </a:t>
            </a:r>
            <a:r>
              <a:rPr lang="en-US" sz="2175" b="0" i="0" dirty="0" err="1">
                <a:solidFill>
                  <a:srgbClr val="1A1A1A"/>
                </a:solidFill>
                <a:latin typeface="Inter Regular" pitchFamily="34" charset="0"/>
                <a:ea typeface="Inter Regular" pitchFamily="34" charset="-122"/>
                <a:cs typeface="Inter Regular" pitchFamily="34" charset="-120"/>
              </a:rPr>
              <a:t>enim</a:t>
            </a:r>
            <a:r>
              <a:rPr lang="en-US" sz="2175" b="0" i="0" dirty="0">
                <a:solidFill>
                  <a:srgbClr val="1A1A1A"/>
                </a:solidFill>
                <a:latin typeface="Inter Regular" pitchFamily="34" charset="0"/>
                <a:ea typeface="Inter Regular" pitchFamily="34" charset="-122"/>
                <a:cs typeface="Inter Regular" pitchFamily="34" charset="-120"/>
              </a:rPr>
              <a:t> ad minim </a:t>
            </a:r>
            <a:r>
              <a:rPr lang="en-US" sz="2175" b="0" i="0" dirty="0" err="1">
                <a:solidFill>
                  <a:srgbClr val="1A1A1A"/>
                </a:solidFill>
                <a:latin typeface="Inter Regular" pitchFamily="34" charset="0"/>
                <a:ea typeface="Inter Regular" pitchFamily="34" charset="-122"/>
                <a:cs typeface="Inter Regular" pitchFamily="34" charset="-120"/>
              </a:rPr>
              <a:t>veniam</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quis</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nostrud</a:t>
            </a:r>
            <a:r>
              <a:rPr lang="en-US" sz="2175" b="0" i="0" dirty="0">
                <a:solidFill>
                  <a:srgbClr val="1A1A1A"/>
                </a:solidFill>
                <a:latin typeface="Inter Regular" pitchFamily="34" charset="0"/>
                <a:ea typeface="Inter Regular" pitchFamily="34" charset="-122"/>
                <a:cs typeface="Inter Regular" pitchFamily="34" charset="-120"/>
              </a:rPr>
              <a:t> exercitation </a:t>
            </a:r>
            <a:r>
              <a:rPr lang="en-US" sz="2175" b="0" i="0" dirty="0" err="1">
                <a:solidFill>
                  <a:srgbClr val="1A1A1A"/>
                </a:solidFill>
                <a:latin typeface="Inter Regular" pitchFamily="34" charset="0"/>
                <a:ea typeface="Inter Regular" pitchFamily="34" charset="-122"/>
                <a:cs typeface="Inter Regular" pitchFamily="34" charset="-120"/>
              </a:rPr>
              <a:t>ullamco</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laboris</a:t>
            </a:r>
            <a:r>
              <a:rPr lang="en-US" sz="2175" b="0" i="0" dirty="0">
                <a:solidFill>
                  <a:srgbClr val="1A1A1A"/>
                </a:solidFill>
                <a:latin typeface="Inter Regular" pitchFamily="34" charset="0"/>
                <a:ea typeface="Inter Regular" pitchFamily="34" charset="-122"/>
                <a:cs typeface="Inter Regular" pitchFamily="34" charset="-120"/>
              </a:rPr>
              <a:t> nisi </a:t>
            </a:r>
            <a:r>
              <a:rPr lang="en-US" sz="2175" b="0" i="0" dirty="0" err="1">
                <a:solidFill>
                  <a:srgbClr val="1A1A1A"/>
                </a:solidFill>
                <a:latin typeface="Inter Regular" pitchFamily="34" charset="0"/>
                <a:ea typeface="Inter Regular" pitchFamily="34" charset="-122"/>
                <a:cs typeface="Inter Regular" pitchFamily="34" charset="-120"/>
              </a:rPr>
              <a:t>ut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aliquip</a:t>
            </a:r>
            <a:r>
              <a:rPr lang="en-US" sz="2175" b="0" i="0" dirty="0">
                <a:solidFill>
                  <a:srgbClr val="1A1A1A"/>
                </a:solidFill>
                <a:latin typeface="Inter Regular" pitchFamily="34" charset="0"/>
                <a:ea typeface="Inter Regular" pitchFamily="34" charset="-122"/>
                <a:cs typeface="Inter Regular" pitchFamily="34" charset="-120"/>
              </a:rPr>
              <a:t> ex </a:t>
            </a:r>
            <a:r>
              <a:rPr lang="en-US" sz="2175" b="0" i="0" dirty="0" err="1">
                <a:solidFill>
                  <a:srgbClr val="1A1A1A"/>
                </a:solidFill>
                <a:latin typeface="Inter Regular" pitchFamily="34" charset="0"/>
                <a:ea typeface="Inter Regular" pitchFamily="34" charset="-122"/>
                <a:cs typeface="Inter Regular" pitchFamily="34" charset="-120"/>
              </a:rPr>
              <a:t>ea</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commodo</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consequat</a:t>
            </a:r>
            <a:r>
              <a:rPr lang="en-US" sz="2175" b="0" i="0" dirty="0">
                <a:solidFill>
                  <a:srgbClr val="1A1A1A"/>
                </a:solidFill>
                <a:latin typeface="Inter Regular" pitchFamily="34" charset="0"/>
                <a:ea typeface="Inter Regular" pitchFamily="34" charset="-122"/>
                <a:cs typeface="Inter Regular" pitchFamily="34" charset="-120"/>
              </a:rPr>
              <a:t>. Duis </a:t>
            </a:r>
            <a:r>
              <a:rPr lang="en-US" sz="2175" b="0" i="0" dirty="0" err="1">
                <a:solidFill>
                  <a:srgbClr val="1A1A1A"/>
                </a:solidFill>
                <a:latin typeface="Inter Regular" pitchFamily="34" charset="0"/>
                <a:ea typeface="Inter Regular" pitchFamily="34" charset="-122"/>
                <a:cs typeface="Inter Regular" pitchFamily="34" charset="-120"/>
              </a:rPr>
              <a:t>aute</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irure</a:t>
            </a:r>
            <a:r>
              <a:rPr lang="en-US" sz="2175" b="0" i="0" dirty="0">
                <a:solidFill>
                  <a:srgbClr val="1A1A1A"/>
                </a:solidFill>
                <a:latin typeface="Inter Regular" pitchFamily="34" charset="0"/>
                <a:ea typeface="Inter Regular" pitchFamily="34" charset="-122"/>
                <a:cs typeface="Inter Regular" pitchFamily="34" charset="-120"/>
              </a:rPr>
              <a:t> dolor in </a:t>
            </a:r>
            <a:r>
              <a:rPr lang="en-US" sz="2175" b="0" i="0" dirty="0" err="1">
                <a:solidFill>
                  <a:srgbClr val="1A1A1A"/>
                </a:solidFill>
                <a:latin typeface="Inter Regular" pitchFamily="34" charset="0"/>
                <a:ea typeface="Inter Regular" pitchFamily="34" charset="-122"/>
                <a:cs typeface="Inter Regular" pitchFamily="34" charset="-120"/>
              </a:rPr>
              <a:t>reprehenderit</a:t>
            </a:r>
            <a:r>
              <a:rPr lang="en-US" sz="2175" b="0" i="0" dirty="0">
                <a:solidFill>
                  <a:srgbClr val="1A1A1A"/>
                </a:solidFill>
                <a:latin typeface="Inter Regular" pitchFamily="34" charset="0"/>
                <a:ea typeface="Inter Regular" pitchFamily="34" charset="-122"/>
                <a:cs typeface="Inter Regular" pitchFamily="34" charset="-120"/>
              </a:rPr>
              <a:t> in </a:t>
            </a:r>
            <a:r>
              <a:rPr lang="en-US" sz="2175" b="0" i="0" dirty="0" err="1">
                <a:solidFill>
                  <a:srgbClr val="1A1A1A"/>
                </a:solidFill>
                <a:latin typeface="Inter Regular" pitchFamily="34" charset="0"/>
                <a:ea typeface="Inter Regular" pitchFamily="34" charset="-122"/>
                <a:cs typeface="Inter Regular" pitchFamily="34" charset="-120"/>
              </a:rPr>
              <a:t>voluptate</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velit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esse</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cillum</a:t>
            </a:r>
            <a:r>
              <a:rPr lang="en-US" sz="2175" b="0" i="0" dirty="0">
                <a:solidFill>
                  <a:srgbClr val="1A1A1A"/>
                </a:solidFill>
                <a:latin typeface="Inter Regular" pitchFamily="34" charset="0"/>
                <a:ea typeface="Inter Regular" pitchFamily="34" charset="-122"/>
                <a:cs typeface="Inter Regular" pitchFamily="34" charset="-120"/>
              </a:rPr>
              <a:t> dolore </a:t>
            </a:r>
            <a:r>
              <a:rPr lang="en-US" sz="2175" b="0" i="0" dirty="0" err="1">
                <a:solidFill>
                  <a:srgbClr val="1A1A1A"/>
                </a:solidFill>
                <a:latin typeface="Inter Regular" pitchFamily="34" charset="0"/>
                <a:ea typeface="Inter Regular" pitchFamily="34" charset="-122"/>
                <a:cs typeface="Inter Regular" pitchFamily="34" charset="-120"/>
              </a:rPr>
              <a:t>eu</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fugiat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nulla</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pariatur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Excepteur</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sint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occaecat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cupidatat</a:t>
            </a:r>
            <a:r>
              <a:rPr lang="en-US" sz="2175" b="0" i="0" dirty="0">
                <a:solidFill>
                  <a:srgbClr val="1A1A1A"/>
                </a:solidFill>
                <a:latin typeface="Inter Regular" pitchFamily="34" charset="0"/>
                <a:ea typeface="Inter Regular" pitchFamily="34" charset="-122"/>
                <a:cs typeface="Inter Regular" pitchFamily="34" charset="-120"/>
              </a:rPr>
              <a:t> non </a:t>
            </a:r>
            <a:r>
              <a:rPr lang="en-US" sz="2175" b="0" i="0" dirty="0" err="1">
                <a:solidFill>
                  <a:srgbClr val="1A1A1A"/>
                </a:solidFill>
                <a:latin typeface="Inter Regular" pitchFamily="34" charset="0"/>
                <a:ea typeface="Inter Regular" pitchFamily="34" charset="-122"/>
                <a:cs typeface="Inter Regular" pitchFamily="34" charset="-120"/>
              </a:rPr>
              <a:t>proident</a:t>
            </a:r>
            <a:r>
              <a:rPr lang="en-US" sz="2175" b="0" i="0" dirty="0">
                <a:solidFill>
                  <a:srgbClr val="1A1A1A"/>
                </a:solidFill>
                <a:latin typeface="Inter Regular" pitchFamily="34" charset="0"/>
                <a:ea typeface="Inter Regular" pitchFamily="34" charset="-122"/>
                <a:cs typeface="Inter Regular" pitchFamily="34" charset="-120"/>
              </a:rPr>
              <a:t>, sunt in culpa qui </a:t>
            </a:r>
            <a:r>
              <a:rPr lang="en-US" sz="2175" b="0" i="0" dirty="0" err="1">
                <a:solidFill>
                  <a:srgbClr val="1A1A1A"/>
                </a:solidFill>
                <a:latin typeface="Inter Regular" pitchFamily="34" charset="0"/>
                <a:ea typeface="Inter Regular" pitchFamily="34" charset="-122"/>
                <a:cs typeface="Inter Regular" pitchFamily="34" charset="-120"/>
              </a:rPr>
              <a:t>officia</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deserunt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mollit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anim</a:t>
            </a:r>
            <a:r>
              <a:rPr lang="en-US" sz="2175" b="0" i="0" dirty="0">
                <a:solidFill>
                  <a:srgbClr val="1A1A1A"/>
                </a:solidFill>
                <a:latin typeface="Inter Regular" pitchFamily="34" charset="0"/>
                <a:ea typeface="Inter Regular" pitchFamily="34" charset="-122"/>
                <a:cs typeface="Inter Regular" pitchFamily="34" charset="-120"/>
              </a:rPr>
              <a:t> id </a:t>
            </a:r>
            <a:r>
              <a:rPr lang="en-US" sz="2175" b="0" i="0" dirty="0" err="1">
                <a:solidFill>
                  <a:srgbClr val="1A1A1A"/>
                </a:solidFill>
                <a:latin typeface="Inter Regular" pitchFamily="34" charset="0"/>
                <a:ea typeface="Inter Regular" pitchFamily="34" charset="-122"/>
                <a:cs typeface="Inter Regular" pitchFamily="34" charset="-120"/>
              </a:rPr>
              <a:t>est</a:t>
            </a:r>
            <a:r>
              <a:rPr lang="en-US" sz="2175" b="0" i="0" dirty="0">
                <a:solidFill>
                  <a:srgbClr val="1A1A1A"/>
                </a:solidFill>
                <a:latin typeface="Inter Regular" pitchFamily="34" charset="0"/>
                <a:ea typeface="Inter Regular" pitchFamily="34" charset="-122"/>
                <a:cs typeface="Inter Regular" pitchFamily="34" charset="-120"/>
              </a:rPr>
              <a:t> </a:t>
            </a:r>
            <a:r>
              <a:rPr lang="en-US" sz="2175" b="0" i="0" dirty="0" err="1">
                <a:solidFill>
                  <a:srgbClr val="1A1A1A"/>
                </a:solidFill>
                <a:latin typeface="Inter Regular" pitchFamily="34" charset="0"/>
                <a:ea typeface="Inter Regular" pitchFamily="34" charset="-122"/>
                <a:cs typeface="Inter Regular" pitchFamily="34" charset="-120"/>
              </a:rPr>
              <a:t>laborum</a:t>
            </a:r>
            <a:r>
              <a:rPr lang="en-US" sz="2175" b="0" i="0" dirty="0">
                <a:solidFill>
                  <a:srgbClr val="1A1A1A"/>
                </a:solidFill>
                <a:latin typeface="Inter Regular" pitchFamily="34" charset="0"/>
                <a:ea typeface="Inter Regular" pitchFamily="34" charset="-122"/>
                <a:cs typeface="Inter Regular" pitchFamily="34" charset="-120"/>
              </a:rPr>
              <a:t>.</a:t>
            </a:r>
            <a:endParaRPr lang="en-US" sz="2175" dirty="0"/>
          </a:p>
        </p:txBody>
      </p:sp>
    </p:spTree>
    <p:extLst>
      <p:ext uri="{BB962C8B-B14F-4D97-AF65-F5344CB8AC3E}">
        <p14:creationId xmlns:p14="http://schemas.microsoft.com/office/powerpoint/2010/main" val="30122444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Purple Logo">
    <p:bg>
      <p:bgRef idx="1001">
        <a:schemeClr val="bg1"/>
      </p:bgRef>
    </p:bg>
    <p:spTree>
      <p:nvGrpSpPr>
        <p:cNvPr id="1" name=""/>
        <p:cNvGrpSpPr/>
        <p:nvPr/>
      </p:nvGrpSpPr>
      <p:grpSpPr>
        <a:xfrm>
          <a:off x="0" y="0"/>
          <a:ext cx="0" cy="0"/>
          <a:chOff x="0" y="0"/>
          <a:chExt cx="0" cy="0"/>
        </a:xfrm>
      </p:grpSpPr>
      <p:pic>
        <p:nvPicPr>
          <p:cNvPr id="2" name="Image 10" descr="preencoded.png">
            <a:extLst>
              <a:ext uri="{FF2B5EF4-FFF2-40B4-BE49-F238E27FC236}">
                <a16:creationId xmlns:a16="http://schemas.microsoft.com/office/drawing/2014/main" id="{69AEF438-6EDD-7A42-5397-048E907E6FA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6318057" y="9153525"/>
            <a:ext cx="1781175" cy="971550"/>
          </a:xfrm>
          <a:prstGeom prst="rect">
            <a:avLst/>
          </a:prstGeom>
        </p:spPr>
      </p:pic>
    </p:spTree>
    <p:extLst>
      <p:ext uri="{BB962C8B-B14F-4D97-AF65-F5344CB8AC3E}">
        <p14:creationId xmlns:p14="http://schemas.microsoft.com/office/powerpoint/2010/main" val="659244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ank Yellow logo">
    <p:bg>
      <p:bgRef idx="1001">
        <a:schemeClr val="bg1"/>
      </p:bgRef>
    </p:bg>
    <p:spTree>
      <p:nvGrpSpPr>
        <p:cNvPr id="1" name=""/>
        <p:cNvGrpSpPr/>
        <p:nvPr/>
      </p:nvGrpSpPr>
      <p:grpSpPr>
        <a:xfrm>
          <a:off x="0" y="0"/>
          <a:ext cx="0" cy="0"/>
          <a:chOff x="0" y="0"/>
          <a:chExt cx="0" cy="0"/>
        </a:xfrm>
      </p:grpSpPr>
      <p:pic>
        <p:nvPicPr>
          <p:cNvPr id="2" name="Image 10" descr="preencoded.png">
            <a:extLst>
              <a:ext uri="{FF2B5EF4-FFF2-40B4-BE49-F238E27FC236}">
                <a16:creationId xmlns:a16="http://schemas.microsoft.com/office/drawing/2014/main" id="{69AEF438-6EDD-7A42-5397-048E907E6FA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6318057" y="9153525"/>
            <a:ext cx="1781175" cy="971550"/>
          </a:xfrm>
          <a:prstGeom prst="rect">
            <a:avLst/>
          </a:prstGeom>
        </p:spPr>
      </p:pic>
    </p:spTree>
    <p:extLst>
      <p:ext uri="{BB962C8B-B14F-4D97-AF65-F5344CB8AC3E}">
        <p14:creationId xmlns:p14="http://schemas.microsoft.com/office/powerpoint/2010/main" val="14433866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ver White background">
    <p:bg>
      <p:bgRef idx="1001">
        <a:schemeClr val="bg1"/>
      </p:bgRef>
    </p:bg>
    <p:spTree>
      <p:nvGrpSpPr>
        <p:cNvPr id="1" name=""/>
        <p:cNvGrpSpPr/>
        <p:nvPr/>
      </p:nvGrpSpPr>
      <p:grpSpPr>
        <a:xfrm>
          <a:off x="0" y="0"/>
          <a:ext cx="0" cy="0"/>
          <a:chOff x="0" y="0"/>
          <a:chExt cx="0" cy="0"/>
        </a:xfrm>
      </p:grpSpPr>
      <p:pic>
        <p:nvPicPr>
          <p:cNvPr id="3" name="Image 2" descr="preencoded.png">
            <a:extLst>
              <a:ext uri="{FF2B5EF4-FFF2-40B4-BE49-F238E27FC236}">
                <a16:creationId xmlns:a16="http://schemas.microsoft.com/office/drawing/2014/main" id="{06DA9887-2755-F7BB-A18E-D1ACC2EA574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5592425" y="8820150"/>
            <a:ext cx="2695575" cy="1466850"/>
          </a:xfrm>
          <a:prstGeom prst="rect">
            <a:avLst/>
          </a:prstGeom>
        </p:spPr>
      </p:pic>
      <p:sp>
        <p:nvSpPr>
          <p:cNvPr id="5" name="Text 1">
            <a:extLst>
              <a:ext uri="{FF2B5EF4-FFF2-40B4-BE49-F238E27FC236}">
                <a16:creationId xmlns:a16="http://schemas.microsoft.com/office/drawing/2014/main" id="{C4DD2992-47EF-BAEE-51C3-43D9D10FA94B}"/>
              </a:ext>
            </a:extLst>
          </p:cNvPr>
          <p:cNvSpPr/>
          <p:nvPr userDrawn="1"/>
        </p:nvSpPr>
        <p:spPr>
          <a:xfrm>
            <a:off x="552450" y="9572625"/>
            <a:ext cx="609600" cy="276225"/>
          </a:xfrm>
          <a:prstGeom prst="rect">
            <a:avLst/>
          </a:prstGeom>
          <a:noFill/>
          <a:ln/>
        </p:spPr>
        <p:txBody>
          <a:bodyPr wrap="square" lIns="0" tIns="0" rIns="0" bIns="0" rtlCol="0" anchor="t"/>
          <a:lstStyle/>
          <a:p>
            <a:pPr algn="l">
              <a:lnSpc>
                <a:spcPts val="2175"/>
              </a:lnSpc>
            </a:pPr>
            <a:r>
              <a:rPr lang="en-US" sz="1800" dirty="0">
                <a:solidFill>
                  <a:srgbClr val="000000"/>
                </a:solidFill>
                <a:latin typeface="Inter" panose="02000503000000020004" pitchFamily="2" charset="0"/>
                <a:ea typeface="Inter" panose="02000503000000020004" pitchFamily="2" charset="0"/>
                <a:cs typeface="Inter Semi Bold" pitchFamily="34" charset="-120"/>
              </a:rPr>
              <a:t>2022</a:t>
            </a:r>
            <a:endParaRPr lang="en-US" sz="1800" dirty="0">
              <a:latin typeface="Inter" panose="02000503000000020004" pitchFamily="2" charset="0"/>
              <a:ea typeface="Inter" panose="02000503000000020004" pitchFamily="2" charset="0"/>
            </a:endParaRPr>
          </a:p>
        </p:txBody>
      </p:sp>
      <p:sp>
        <p:nvSpPr>
          <p:cNvPr id="6" name="Text 2">
            <a:extLst>
              <a:ext uri="{FF2B5EF4-FFF2-40B4-BE49-F238E27FC236}">
                <a16:creationId xmlns:a16="http://schemas.microsoft.com/office/drawing/2014/main" id="{EBA18643-4CF4-F363-57B6-83825BCBDBC6}"/>
              </a:ext>
            </a:extLst>
          </p:cNvPr>
          <p:cNvSpPr/>
          <p:nvPr userDrawn="1"/>
        </p:nvSpPr>
        <p:spPr>
          <a:xfrm>
            <a:off x="5200650" y="9572625"/>
            <a:ext cx="800100" cy="276225"/>
          </a:xfrm>
          <a:prstGeom prst="rect">
            <a:avLst/>
          </a:prstGeom>
          <a:noFill/>
          <a:ln/>
        </p:spPr>
        <p:txBody>
          <a:bodyPr wrap="square" lIns="0" tIns="0" rIns="0" bIns="0" rtlCol="0" anchor="t"/>
          <a:lstStyle/>
          <a:p>
            <a:pPr algn="l">
              <a:lnSpc>
                <a:spcPts val="2175"/>
              </a:lnSpc>
            </a:pPr>
            <a:r>
              <a:rPr lang="en-US" sz="1800" dirty="0">
                <a:solidFill>
                  <a:srgbClr val="000000"/>
                </a:solidFill>
                <a:latin typeface="Inter" panose="02000503000000020004" pitchFamily="2" charset="0"/>
                <a:ea typeface="Inter" panose="02000503000000020004" pitchFamily="2" charset="0"/>
                <a:cs typeface="Inter Semi Bold" pitchFamily="34" charset="-120"/>
              </a:rPr>
              <a:t>urbi.ae</a:t>
            </a:r>
            <a:endParaRPr lang="en-US" sz="1800" dirty="0">
              <a:latin typeface="Inter" panose="02000503000000020004" pitchFamily="2" charset="0"/>
              <a:ea typeface="Inter" panose="02000503000000020004" pitchFamily="2" charset="0"/>
            </a:endParaRPr>
          </a:p>
        </p:txBody>
      </p:sp>
      <p:cxnSp>
        <p:nvCxnSpPr>
          <p:cNvPr id="7" name="Straight Connector 6">
            <a:extLst>
              <a:ext uri="{FF2B5EF4-FFF2-40B4-BE49-F238E27FC236}">
                <a16:creationId xmlns:a16="http://schemas.microsoft.com/office/drawing/2014/main" id="{D364A71B-8F4A-059A-679B-5E576A094B67}"/>
              </a:ext>
            </a:extLst>
          </p:cNvPr>
          <p:cNvCxnSpPr>
            <a:cxnSpLocks/>
          </p:cNvCxnSpPr>
          <p:nvPr userDrawn="1"/>
        </p:nvCxnSpPr>
        <p:spPr>
          <a:xfrm>
            <a:off x="1335405" y="9710737"/>
            <a:ext cx="3556635" cy="23050"/>
          </a:xfrm>
          <a:prstGeom prst="line">
            <a:avLst/>
          </a:prstGeom>
          <a:ln w="12700"/>
        </p:spPr>
        <p:style>
          <a:lnRef idx="1">
            <a:schemeClr val="dk1"/>
          </a:lnRef>
          <a:fillRef idx="0">
            <a:schemeClr val="dk1"/>
          </a:fillRef>
          <a:effectRef idx="0">
            <a:schemeClr val="dk1"/>
          </a:effectRef>
          <a:fontRef idx="minor">
            <a:schemeClr val="tx1"/>
          </a:fontRef>
        </p:style>
      </p:cxnSp>
      <p:sp>
        <p:nvSpPr>
          <p:cNvPr id="11" name="Text Placeholder 12">
            <a:extLst>
              <a:ext uri="{FF2B5EF4-FFF2-40B4-BE49-F238E27FC236}">
                <a16:creationId xmlns:a16="http://schemas.microsoft.com/office/drawing/2014/main" id="{003CFE1A-7B34-43CD-2889-A2D86A82FB5C}"/>
              </a:ext>
            </a:extLst>
          </p:cNvPr>
          <p:cNvSpPr>
            <a:spLocks noGrp="1"/>
          </p:cNvSpPr>
          <p:nvPr>
            <p:ph type="body" sz="quarter" idx="10" hasCustomPrompt="1"/>
          </p:nvPr>
        </p:nvSpPr>
        <p:spPr>
          <a:xfrm>
            <a:off x="552450" y="684070"/>
            <a:ext cx="15200168" cy="7873504"/>
          </a:xfrm>
          <a:prstGeom prst="rect">
            <a:avLst/>
          </a:prstGeom>
          <a:noFill/>
          <a:ln/>
        </p:spPr>
        <p:txBody>
          <a:bodyPr wrap="square" lIns="0" tIns="0" rIns="0" bIns="0" rtlCol="0" anchor="t"/>
          <a:lstStyle>
            <a:lvl1pPr marL="0" indent="0" algn="l" defTabSz="914400" rtl="0" eaLnBrk="1" latinLnBrk="0" hangingPunct="1">
              <a:lnSpc>
                <a:spcPts val="9000"/>
              </a:lnSpc>
              <a:buNone/>
              <a:defRPr lang="x-none" sz="9000" kern="1200" dirty="0">
                <a:solidFill>
                  <a:schemeClr val="tx1"/>
                </a:solidFill>
                <a:latin typeface="Inter" panose="02000503000000020004" pitchFamily="2" charset="0"/>
                <a:ea typeface="Inter" panose="02000503000000020004" pitchFamily="2" charset="0"/>
                <a:cs typeface="Inter Regular" pitchFamily="34" charset="-120"/>
              </a:defRPr>
            </a:lvl1pPr>
          </a:lstStyle>
          <a:p>
            <a:pPr algn="l">
              <a:lnSpc>
                <a:spcPts val="9000"/>
              </a:lnSpc>
            </a:pPr>
            <a:r>
              <a:rPr lang="en-US" sz="9000" dirty="0">
                <a:solidFill>
                  <a:schemeClr val="bg1"/>
                </a:solidFill>
                <a:latin typeface="Inter" panose="02000503000000020004" pitchFamily="2" charset="0"/>
                <a:ea typeface="Inter" panose="02000503000000020004" pitchFamily="2" charset="0"/>
                <a:cs typeface="Inter Regular" pitchFamily="34" charset="-120"/>
              </a:rPr>
              <a:t>Short</a:t>
            </a:r>
            <a:r>
              <a:rPr lang="en-US" sz="9000" b="0" i="0" dirty="0">
                <a:solidFill>
                  <a:schemeClr val="bg1"/>
                </a:solidFill>
                <a:latin typeface="Inter" panose="02000503000000020004" pitchFamily="2" charset="0"/>
                <a:ea typeface="Inter" panose="02000503000000020004" pitchFamily="2" charset="0"/>
                <a:cs typeface="Inter Regular" pitchFamily="34" charset="-120"/>
              </a:rPr>
              <a:t> headline</a:t>
            </a:r>
            <a:br>
              <a:rPr lang="en-US" dirty="0">
                <a:solidFill>
                  <a:schemeClr val="bg1"/>
                </a:solidFill>
                <a:latin typeface="Inter" panose="02000503000000020004" pitchFamily="2" charset="0"/>
                <a:ea typeface="Inter" panose="02000503000000020004" pitchFamily="2" charset="0"/>
              </a:rPr>
            </a:br>
            <a:r>
              <a:rPr lang="en-US" sz="9000" b="0" i="0" dirty="0">
                <a:solidFill>
                  <a:schemeClr val="bg1"/>
                </a:solidFill>
                <a:latin typeface="Inter" panose="02000503000000020004" pitchFamily="2" charset="0"/>
                <a:ea typeface="Inter" panose="02000503000000020004" pitchFamily="2" charset="0"/>
                <a:cs typeface="Inter Regular" pitchFamily="34" charset="-120"/>
              </a:rPr>
              <a:t>for presentation</a:t>
            </a:r>
            <a:endParaRPr lang="en-US" sz="9000" dirty="0">
              <a:solidFill>
                <a:schemeClr val="bg1"/>
              </a:solidFill>
              <a:latin typeface="Inter" panose="02000503000000020004" pitchFamily="2" charset="0"/>
              <a:ea typeface="Inter" panose="02000503000000020004" pitchFamily="2" charset="0"/>
            </a:endParaRPr>
          </a:p>
        </p:txBody>
      </p:sp>
    </p:spTree>
    <p:extLst>
      <p:ext uri="{BB962C8B-B14F-4D97-AF65-F5344CB8AC3E}">
        <p14:creationId xmlns:p14="http://schemas.microsoft.com/office/powerpoint/2010/main" val="29934404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ver Dark background">
    <p:bg>
      <p:bgPr>
        <a:solidFill>
          <a:schemeClr val="tx1"/>
        </a:solidFill>
        <a:effectLst/>
      </p:bgPr>
    </p:bg>
    <p:spTree>
      <p:nvGrpSpPr>
        <p:cNvPr id="1" name=""/>
        <p:cNvGrpSpPr/>
        <p:nvPr/>
      </p:nvGrpSpPr>
      <p:grpSpPr>
        <a:xfrm>
          <a:off x="0" y="0"/>
          <a:ext cx="0" cy="0"/>
          <a:chOff x="0" y="0"/>
          <a:chExt cx="0" cy="0"/>
        </a:xfrm>
      </p:grpSpPr>
      <p:pic>
        <p:nvPicPr>
          <p:cNvPr id="8" name="Image 2" descr="preencoded.png">
            <a:extLst>
              <a:ext uri="{FF2B5EF4-FFF2-40B4-BE49-F238E27FC236}">
                <a16:creationId xmlns:a16="http://schemas.microsoft.com/office/drawing/2014/main" id="{6359EE7F-646D-900F-B73C-E1FFD7ABEE1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5592425" y="8820150"/>
            <a:ext cx="2695575" cy="1466850"/>
          </a:xfrm>
          <a:prstGeom prst="rect">
            <a:avLst/>
          </a:prstGeom>
        </p:spPr>
      </p:pic>
      <p:sp>
        <p:nvSpPr>
          <p:cNvPr id="10" name="Text 1">
            <a:extLst>
              <a:ext uri="{FF2B5EF4-FFF2-40B4-BE49-F238E27FC236}">
                <a16:creationId xmlns:a16="http://schemas.microsoft.com/office/drawing/2014/main" id="{C731EC8F-4E90-B640-4B3E-12A33CB4A720}"/>
              </a:ext>
            </a:extLst>
          </p:cNvPr>
          <p:cNvSpPr/>
          <p:nvPr userDrawn="1"/>
        </p:nvSpPr>
        <p:spPr>
          <a:xfrm>
            <a:off x="552450" y="9572625"/>
            <a:ext cx="609600" cy="276225"/>
          </a:xfrm>
          <a:prstGeom prst="rect">
            <a:avLst/>
          </a:prstGeom>
          <a:noFill/>
          <a:ln/>
        </p:spPr>
        <p:txBody>
          <a:bodyPr wrap="square" lIns="0" tIns="0" rIns="0" bIns="0" rtlCol="0" anchor="t"/>
          <a:lstStyle/>
          <a:p>
            <a:pPr algn="l">
              <a:lnSpc>
                <a:spcPts val="2175"/>
              </a:lnSpc>
            </a:pPr>
            <a:r>
              <a:rPr lang="en-US" sz="1800" dirty="0">
                <a:solidFill>
                  <a:schemeClr val="bg1"/>
                </a:solidFill>
                <a:latin typeface="Inter" panose="02000503000000020004" pitchFamily="2" charset="0"/>
                <a:ea typeface="Inter" panose="02000503000000020004" pitchFamily="2" charset="0"/>
                <a:cs typeface="Inter Semi Bold" pitchFamily="34" charset="-120"/>
              </a:rPr>
              <a:t>2022</a:t>
            </a:r>
            <a:endParaRPr lang="en-US" sz="1800" dirty="0">
              <a:solidFill>
                <a:schemeClr val="bg1"/>
              </a:solidFill>
              <a:latin typeface="Inter" panose="02000503000000020004" pitchFamily="2" charset="0"/>
              <a:ea typeface="Inter" panose="02000503000000020004" pitchFamily="2" charset="0"/>
            </a:endParaRPr>
          </a:p>
        </p:txBody>
      </p:sp>
      <p:sp>
        <p:nvSpPr>
          <p:cNvPr id="11" name="Text 2">
            <a:extLst>
              <a:ext uri="{FF2B5EF4-FFF2-40B4-BE49-F238E27FC236}">
                <a16:creationId xmlns:a16="http://schemas.microsoft.com/office/drawing/2014/main" id="{58DCAB67-B52C-A0E9-0240-B60C93BE7C42}"/>
              </a:ext>
            </a:extLst>
          </p:cNvPr>
          <p:cNvSpPr/>
          <p:nvPr userDrawn="1"/>
        </p:nvSpPr>
        <p:spPr>
          <a:xfrm>
            <a:off x="5200650" y="9572625"/>
            <a:ext cx="800100" cy="276225"/>
          </a:xfrm>
          <a:prstGeom prst="rect">
            <a:avLst/>
          </a:prstGeom>
          <a:noFill/>
          <a:ln/>
        </p:spPr>
        <p:txBody>
          <a:bodyPr wrap="square" lIns="0" tIns="0" rIns="0" bIns="0" rtlCol="0" anchor="t"/>
          <a:lstStyle/>
          <a:p>
            <a:pPr algn="l">
              <a:lnSpc>
                <a:spcPts val="2175"/>
              </a:lnSpc>
            </a:pPr>
            <a:r>
              <a:rPr lang="en-US" sz="1800" dirty="0">
                <a:solidFill>
                  <a:schemeClr val="bg1"/>
                </a:solidFill>
                <a:latin typeface="Inter" panose="02000503000000020004" pitchFamily="2" charset="0"/>
                <a:ea typeface="Inter" panose="02000503000000020004" pitchFamily="2" charset="0"/>
                <a:cs typeface="Inter Semi Bold" pitchFamily="34" charset="-120"/>
              </a:rPr>
              <a:t>urbi.ae</a:t>
            </a:r>
            <a:endParaRPr lang="en-US" sz="1800" dirty="0">
              <a:solidFill>
                <a:schemeClr val="bg1"/>
              </a:solidFill>
              <a:latin typeface="Inter" panose="02000503000000020004" pitchFamily="2" charset="0"/>
              <a:ea typeface="Inter" panose="02000503000000020004" pitchFamily="2" charset="0"/>
            </a:endParaRPr>
          </a:p>
        </p:txBody>
      </p:sp>
      <p:cxnSp>
        <p:nvCxnSpPr>
          <p:cNvPr id="12" name="Straight Connector 11">
            <a:extLst>
              <a:ext uri="{FF2B5EF4-FFF2-40B4-BE49-F238E27FC236}">
                <a16:creationId xmlns:a16="http://schemas.microsoft.com/office/drawing/2014/main" id="{01B6F9F1-122A-2F6A-BFBF-A4C24BEE510D}"/>
              </a:ext>
            </a:extLst>
          </p:cNvPr>
          <p:cNvCxnSpPr>
            <a:cxnSpLocks/>
          </p:cNvCxnSpPr>
          <p:nvPr userDrawn="1"/>
        </p:nvCxnSpPr>
        <p:spPr>
          <a:xfrm>
            <a:off x="1335405" y="9669173"/>
            <a:ext cx="3556635" cy="23050"/>
          </a:xfrm>
          <a:prstGeom prst="line">
            <a:avLst/>
          </a:prstGeom>
          <a:ln w="12700">
            <a:solidFill>
              <a:schemeClr val="bg1"/>
            </a:solidFill>
          </a:ln>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1F763594-01AF-0926-B238-F47FF663B941}"/>
              </a:ext>
            </a:extLst>
          </p:cNvPr>
          <p:cNvSpPr>
            <a:spLocks noGrp="1"/>
          </p:cNvSpPr>
          <p:nvPr>
            <p:ph type="body" sz="quarter" idx="10" hasCustomPrompt="1"/>
          </p:nvPr>
        </p:nvSpPr>
        <p:spPr>
          <a:xfrm>
            <a:off x="552450" y="684070"/>
            <a:ext cx="15200168" cy="7873504"/>
          </a:xfrm>
          <a:prstGeom prst="rect">
            <a:avLst/>
          </a:prstGeom>
          <a:noFill/>
          <a:ln/>
        </p:spPr>
        <p:txBody>
          <a:bodyPr wrap="square" lIns="0" tIns="0" rIns="0" bIns="0" rtlCol="0" anchor="t"/>
          <a:lstStyle>
            <a:lvl1pPr marL="0" indent="0" algn="l" defTabSz="914400" rtl="0" eaLnBrk="1" latinLnBrk="0" hangingPunct="1">
              <a:lnSpc>
                <a:spcPts val="9000"/>
              </a:lnSpc>
              <a:buNone/>
              <a:defRPr lang="x-none" sz="9000" kern="1200" dirty="0">
                <a:solidFill>
                  <a:schemeClr val="bg1"/>
                </a:solidFill>
                <a:latin typeface="Inter" panose="02000503000000020004" pitchFamily="2" charset="0"/>
                <a:ea typeface="Inter" panose="02000503000000020004" pitchFamily="2" charset="0"/>
                <a:cs typeface="Inter Regular" pitchFamily="34" charset="-120"/>
              </a:defRPr>
            </a:lvl1pPr>
          </a:lstStyle>
          <a:p>
            <a:pPr algn="l">
              <a:lnSpc>
                <a:spcPts val="9000"/>
              </a:lnSpc>
            </a:pPr>
            <a:r>
              <a:rPr lang="en-US" sz="9000" dirty="0">
                <a:solidFill>
                  <a:schemeClr val="bg1"/>
                </a:solidFill>
                <a:latin typeface="Inter" panose="02000503000000020004" pitchFamily="2" charset="0"/>
                <a:ea typeface="Inter" panose="02000503000000020004" pitchFamily="2" charset="0"/>
                <a:cs typeface="Inter Regular" pitchFamily="34" charset="-120"/>
              </a:rPr>
              <a:t>Short</a:t>
            </a:r>
            <a:r>
              <a:rPr lang="en-US" sz="9000" b="0" i="0" dirty="0">
                <a:solidFill>
                  <a:schemeClr val="bg1"/>
                </a:solidFill>
                <a:latin typeface="Inter" panose="02000503000000020004" pitchFamily="2" charset="0"/>
                <a:ea typeface="Inter" panose="02000503000000020004" pitchFamily="2" charset="0"/>
                <a:cs typeface="Inter Regular" pitchFamily="34" charset="-120"/>
              </a:rPr>
              <a:t> headline</a:t>
            </a:r>
            <a:br>
              <a:rPr lang="en-US" dirty="0">
                <a:solidFill>
                  <a:schemeClr val="bg1"/>
                </a:solidFill>
                <a:latin typeface="Inter" panose="02000503000000020004" pitchFamily="2" charset="0"/>
                <a:ea typeface="Inter" panose="02000503000000020004" pitchFamily="2" charset="0"/>
              </a:rPr>
            </a:br>
            <a:r>
              <a:rPr lang="en-US" sz="9000" b="0" i="0" dirty="0">
                <a:solidFill>
                  <a:schemeClr val="bg1"/>
                </a:solidFill>
                <a:latin typeface="Inter" panose="02000503000000020004" pitchFamily="2" charset="0"/>
                <a:ea typeface="Inter" panose="02000503000000020004" pitchFamily="2" charset="0"/>
                <a:cs typeface="Inter Regular" pitchFamily="34" charset="-120"/>
              </a:rPr>
              <a:t>for presentation</a:t>
            </a:r>
            <a:endParaRPr lang="en-US" sz="9000" dirty="0">
              <a:solidFill>
                <a:schemeClr val="bg1"/>
              </a:solidFill>
              <a:latin typeface="Inter" panose="02000503000000020004" pitchFamily="2" charset="0"/>
              <a:ea typeface="Inter" panose="02000503000000020004" pitchFamily="2" charset="0"/>
            </a:endParaRPr>
          </a:p>
        </p:txBody>
      </p:sp>
    </p:spTree>
    <p:extLst>
      <p:ext uri="{BB962C8B-B14F-4D97-AF65-F5344CB8AC3E}">
        <p14:creationId xmlns:p14="http://schemas.microsoft.com/office/powerpoint/2010/main" val="2158785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9" r:id="rId2"/>
    <p:sldLayoutId id="2147483658" r:id="rId3"/>
    <p:sldLayoutId id="2147483657" r:id="rId4"/>
    <p:sldLayoutId id="2147483662" r:id="rId5"/>
    <p:sldLayoutId id="2147483663" r:id="rId6"/>
    <p:sldLayoutId id="2147483661" r:id="rId7"/>
    <p:sldLayoutId id="2147483660" r:id="rId8"/>
    <p:sldLayoutId id="2147483656" r:id="rId9"/>
    <p:sldLayoutId id="2147483664" r:id="rId10"/>
    <p:sldLayoutId id="2147483655" r:id="rId11"/>
    <p:sldLayoutId id="2147483653" r:id="rId12"/>
    <p:sldLayoutId id="2147483654" r:id="rId13"/>
    <p:sldLayoutId id="2147483651" r:id="rId14"/>
    <p:sldLayoutId id="2147483652" r:id="rId1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2.svg"/><Relationship Id="rId9" Type="http://schemas.openxmlformats.org/officeDocument/2006/relationships/image" Target="../media/image13.png"/></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24.png"/><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31.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10" descr="preencoded.png">
            <a:extLst>
              <a:ext uri="{FF2B5EF4-FFF2-40B4-BE49-F238E27FC236}">
                <a16:creationId xmlns:a16="http://schemas.microsoft.com/office/drawing/2014/main" id="{205B1141-C308-C03A-D9F1-34BD61600A29}"/>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6318057" y="9153525"/>
            <a:ext cx="1781175" cy="971550"/>
          </a:xfrm>
          <a:prstGeom prst="rect">
            <a:avLst/>
          </a:prstGeom>
        </p:spPr>
      </p:pic>
      <p:sp>
        <p:nvSpPr>
          <p:cNvPr id="13" name="Text Placeholder 23">
            <a:extLst>
              <a:ext uri="{FF2B5EF4-FFF2-40B4-BE49-F238E27FC236}">
                <a16:creationId xmlns:a16="http://schemas.microsoft.com/office/drawing/2014/main" id="{3011ADC1-B052-5763-411D-18AC5E1D8F06}"/>
              </a:ext>
            </a:extLst>
          </p:cNvPr>
          <p:cNvSpPr txBox="1">
            <a:spLocks/>
          </p:cNvSpPr>
          <p:nvPr/>
        </p:nvSpPr>
        <p:spPr>
          <a:xfrm>
            <a:off x="552450" y="1375069"/>
            <a:ext cx="16435975" cy="87668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600" algn="r" rtl="1">
              <a:spcBef>
                <a:spcPts val="0"/>
              </a:spcBef>
              <a:buFont typeface="Wingdings" panose="05000000000000000000" pitchFamily="2" charset="2"/>
              <a:buChar char="v"/>
            </a:pPr>
            <a:r>
              <a:rPr lang="ar-AE" sz="2400" b="1" i="0" u="none" strike="noStrike" dirty="0">
                <a:solidFill>
                  <a:srgbClr val="000000"/>
                </a:solidFill>
                <a:effectLst/>
                <a:latin typeface="+mj-lt"/>
              </a:rPr>
              <a:t>يتم </a:t>
            </a:r>
            <a:r>
              <a:rPr lang="en-US" sz="2400" b="1" i="0" u="none" strike="noStrike" dirty="0">
                <a:solidFill>
                  <a:srgbClr val="000000"/>
                </a:solidFill>
                <a:effectLst/>
                <a:latin typeface="+mj-lt"/>
              </a:rPr>
              <a:t> </a:t>
            </a:r>
            <a:r>
              <a:rPr lang="ar-SA" sz="2400" b="1" dirty="0">
                <a:latin typeface="+mj-lt"/>
              </a:rPr>
              <a:t>فتح تعليمات مصغرة. تأكد من أن الكاميرا تواجه اتجاه حركة المرور وركز الكاميرا على الطريق (اضغط على الشاشة للتركيز على الطريق</a:t>
            </a:r>
            <a:r>
              <a:rPr lang="ar-AE" sz="2400" b="1" dirty="0">
                <a:latin typeface="+mj-lt"/>
              </a:rPr>
              <a:t>).</a:t>
            </a:r>
            <a:endParaRPr lang="en-US" sz="2400" b="1" dirty="0">
              <a:effectLst/>
              <a:latin typeface="+mj-lt"/>
            </a:endParaRPr>
          </a:p>
        </p:txBody>
      </p:sp>
      <p:sp>
        <p:nvSpPr>
          <p:cNvPr id="5" name="AutoShape 4">
            <a:extLst>
              <a:ext uri="{FF2B5EF4-FFF2-40B4-BE49-F238E27FC236}">
                <a16:creationId xmlns:a16="http://schemas.microsoft.com/office/drawing/2014/main" id="{8923DF82-DFEB-63D1-E177-CAD92E43056F}"/>
              </a:ext>
            </a:extLst>
          </p:cNvPr>
          <p:cNvSpPr>
            <a:spLocks noChangeAspect="1" noChangeArrowheads="1"/>
          </p:cNvSpPr>
          <p:nvPr/>
        </p:nvSpPr>
        <p:spPr bwMode="auto">
          <a:xfrm>
            <a:off x="7272338" y="4024313"/>
            <a:ext cx="4048125" cy="25431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2290" name="Picture 2">
            <a:extLst>
              <a:ext uri="{FF2B5EF4-FFF2-40B4-BE49-F238E27FC236}">
                <a16:creationId xmlns:a16="http://schemas.microsoft.com/office/drawing/2014/main" id="{5B740C4E-4C9A-1F63-327A-06F773E108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62682" y="2026061"/>
            <a:ext cx="6961612" cy="3927063"/>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a:extLst>
              <a:ext uri="{FF2B5EF4-FFF2-40B4-BE49-F238E27FC236}">
                <a16:creationId xmlns:a16="http://schemas.microsoft.com/office/drawing/2014/main" id="{B75943DB-D94F-160B-366D-3E24397488E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6564" y="2019300"/>
            <a:ext cx="7135774" cy="3933824"/>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a:extLst>
              <a:ext uri="{FF2B5EF4-FFF2-40B4-BE49-F238E27FC236}">
                <a16:creationId xmlns:a16="http://schemas.microsoft.com/office/drawing/2014/main" id="{A2BECA43-CAB8-B9E0-9383-7E4BEB14BEF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66767" y="7725688"/>
            <a:ext cx="2577633" cy="1761692"/>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23">
            <a:extLst>
              <a:ext uri="{FF2B5EF4-FFF2-40B4-BE49-F238E27FC236}">
                <a16:creationId xmlns:a16="http://schemas.microsoft.com/office/drawing/2014/main" id="{D5F922EC-F6F0-4070-74CD-2F031064374D}"/>
              </a:ext>
            </a:extLst>
          </p:cNvPr>
          <p:cNvSpPr txBox="1">
            <a:spLocks/>
          </p:cNvSpPr>
          <p:nvPr/>
        </p:nvSpPr>
        <p:spPr>
          <a:xfrm>
            <a:off x="12344400" y="8136085"/>
            <a:ext cx="5017587" cy="87668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600" algn="r" rtl="1">
              <a:spcBef>
                <a:spcPts val="0"/>
              </a:spcBef>
              <a:buFont typeface="Wingdings" panose="05000000000000000000" pitchFamily="2" charset="2"/>
              <a:buChar char="v"/>
            </a:pPr>
            <a:r>
              <a:rPr lang="ar-SA" sz="2800" b="1" dirty="0">
                <a:latin typeface="+mj-lt"/>
              </a:rPr>
              <a:t>لبدء التصوير، انقرعلى الزر "ابدأ</a:t>
            </a:r>
            <a:r>
              <a:rPr lang="ar-SA" sz="2800" b="1" dirty="0"/>
              <a:t> "</a:t>
            </a:r>
            <a:endParaRPr lang="en-US" sz="2800" b="1" dirty="0">
              <a:effectLst/>
              <a:latin typeface="+mj-lt"/>
            </a:endParaRPr>
          </a:p>
        </p:txBody>
      </p:sp>
      <p:sp>
        <p:nvSpPr>
          <p:cNvPr id="3" name="Title 29">
            <a:extLst>
              <a:ext uri="{FF2B5EF4-FFF2-40B4-BE49-F238E27FC236}">
                <a16:creationId xmlns:a16="http://schemas.microsoft.com/office/drawing/2014/main" id="{CB253BD4-224C-6B35-5AD9-4956D3492FCC}"/>
              </a:ext>
            </a:extLst>
          </p:cNvPr>
          <p:cNvSpPr txBox="1">
            <a:spLocks/>
          </p:cNvSpPr>
          <p:nvPr/>
        </p:nvSpPr>
        <p:spPr>
          <a:xfrm>
            <a:off x="4294546" y="597082"/>
            <a:ext cx="7917873" cy="876680"/>
          </a:xfrm>
          <a:prstGeom prst="rect">
            <a:avLst/>
          </a:prstGeom>
          <a:noFill/>
          <a:ln/>
        </p:spPr>
        <p:txBody>
          <a:bodyPr wrap="square" lIns="0" tIns="0" rIns="0" bIns="0" rtlCol="0" anchor="t"/>
          <a:lstStyle>
            <a:lvl1pPr algn="l" defTabSz="914400" rtl="0" eaLnBrk="1" latinLnBrk="0" hangingPunct="1">
              <a:spcBef>
                <a:spcPct val="0"/>
              </a:spcBef>
              <a:buNone/>
              <a:defRPr lang="ru-RU" sz="4425" b="0" i="0" kern="1200" dirty="0">
                <a:solidFill>
                  <a:schemeClr val="tx1"/>
                </a:solidFill>
                <a:latin typeface="Inter Medium" panose="02000503000000020004" pitchFamily="2" charset="0"/>
                <a:ea typeface="Inter Medium" panose="02000503000000020004" pitchFamily="2" charset="0"/>
                <a:cs typeface="Inter Medium" panose="02000503000000020004" pitchFamily="2" charset="0"/>
              </a:defRPr>
            </a:lvl1pPr>
          </a:lstStyle>
          <a:p>
            <a:pPr algn="ctr" rtl="1"/>
            <a:r>
              <a:rPr lang="ar-SA" sz="3200" b="1" dirty="0"/>
              <a:t>التثبيت والعمل مع التطبيق</a:t>
            </a:r>
            <a:endParaRPr lang="en-US" sz="3200" dirty="0"/>
          </a:p>
        </p:txBody>
      </p:sp>
      <p:pic>
        <p:nvPicPr>
          <p:cNvPr id="1026" name="Picture 2" descr="215,488 Media Player Buttons Images, Stock Photos, 3D objects, &amp; Vectors |  Shutterstock">
            <a:extLst>
              <a:ext uri="{FF2B5EF4-FFF2-40B4-BE49-F238E27FC236}">
                <a16:creationId xmlns:a16="http://schemas.microsoft.com/office/drawing/2014/main" id="{CB6B1743-2E2B-3588-0CD9-5933EC8B4183}"/>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b="10146"/>
          <a:stretch/>
        </p:blipFill>
        <p:spPr bwMode="auto">
          <a:xfrm>
            <a:off x="552450" y="7242908"/>
            <a:ext cx="2476500" cy="2396392"/>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23">
            <a:extLst>
              <a:ext uri="{FF2B5EF4-FFF2-40B4-BE49-F238E27FC236}">
                <a16:creationId xmlns:a16="http://schemas.microsoft.com/office/drawing/2014/main" id="{F3366649-0A65-DC39-6CDD-C89A88B2113D}"/>
              </a:ext>
            </a:extLst>
          </p:cNvPr>
          <p:cNvSpPr txBox="1">
            <a:spLocks/>
          </p:cNvSpPr>
          <p:nvPr/>
        </p:nvSpPr>
        <p:spPr>
          <a:xfrm>
            <a:off x="2973708" y="8239432"/>
            <a:ext cx="2641676" cy="87668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600" algn="r" rtl="1">
              <a:spcBef>
                <a:spcPts val="0"/>
              </a:spcBef>
              <a:buFont typeface="Wingdings" panose="05000000000000000000" pitchFamily="2" charset="2"/>
              <a:buChar char="v"/>
            </a:pPr>
            <a:r>
              <a:rPr lang="ar-AE" sz="2800" b="1" dirty="0">
                <a:effectLst/>
                <a:latin typeface="+mj-lt"/>
              </a:rPr>
              <a:t>يتغ</a:t>
            </a:r>
            <a:r>
              <a:rPr lang="ar-AE" sz="2800" b="1" dirty="0">
                <a:latin typeface="+mj-lt"/>
              </a:rPr>
              <a:t>ير شكل الزر</a:t>
            </a:r>
            <a:endParaRPr lang="en-US" sz="2800" b="1" dirty="0">
              <a:effectLst/>
              <a:latin typeface="+mj-lt"/>
            </a:endParaRPr>
          </a:p>
        </p:txBody>
      </p:sp>
      <p:pic>
        <p:nvPicPr>
          <p:cNvPr id="9" name="Picture 8" descr="A yellow and black logo&#10;&#10;Description automatically generated">
            <a:extLst>
              <a:ext uri="{FF2B5EF4-FFF2-40B4-BE49-F238E27FC236}">
                <a16:creationId xmlns:a16="http://schemas.microsoft.com/office/drawing/2014/main" id="{E7FA0D58-D2D6-4463-FAEA-29AD6790C576}"/>
              </a:ext>
            </a:extLst>
          </p:cNvPr>
          <p:cNvPicPr>
            <a:picLocks noChangeAspect="1"/>
          </p:cNvPicPr>
          <p:nvPr/>
        </p:nvPicPr>
        <p:blipFill>
          <a:blip r:embed="rId9"/>
          <a:stretch>
            <a:fillRect/>
          </a:stretch>
        </p:blipFill>
        <p:spPr>
          <a:xfrm>
            <a:off x="17053744" y="120942"/>
            <a:ext cx="979732" cy="416386"/>
          </a:xfrm>
          <a:prstGeom prst="rect">
            <a:avLst/>
          </a:prstGeom>
        </p:spPr>
      </p:pic>
      <p:pic>
        <p:nvPicPr>
          <p:cNvPr id="10" name="Picture 2" descr="وزارة الشؤون البلدية والقروية والإسكان">
            <a:extLst>
              <a:ext uri="{FF2B5EF4-FFF2-40B4-BE49-F238E27FC236}">
                <a16:creationId xmlns:a16="http://schemas.microsoft.com/office/drawing/2014/main" id="{8AF73A61-2B3E-12CA-4F56-39ACDBE8062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733707" y="42002"/>
            <a:ext cx="1999258" cy="574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3732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icture 10" descr="A truck driving on a road&#10;&#10;Description automatically generated">
            <a:extLst>
              <a:ext uri="{FF2B5EF4-FFF2-40B4-BE49-F238E27FC236}">
                <a16:creationId xmlns:a16="http://schemas.microsoft.com/office/drawing/2014/main" id="{B742AE6C-4035-4244-EE23-E89C7E4CE5C8}"/>
              </a:ext>
            </a:extLst>
          </p:cNvPr>
          <p:cNvPicPr>
            <a:picLocks noChangeAspect="1"/>
          </p:cNvPicPr>
          <p:nvPr/>
        </p:nvPicPr>
        <p:blipFill>
          <a:blip r:embed="rId3"/>
          <a:stretch>
            <a:fillRect/>
          </a:stretch>
        </p:blipFill>
        <p:spPr>
          <a:xfrm>
            <a:off x="9144000" y="783992"/>
            <a:ext cx="8821271" cy="5219907"/>
          </a:xfrm>
          <a:prstGeom prst="rect">
            <a:avLst/>
          </a:prstGeom>
        </p:spPr>
      </p:pic>
      <p:sp>
        <p:nvSpPr>
          <p:cNvPr id="14" name="Rectangle 13">
            <a:extLst>
              <a:ext uri="{FF2B5EF4-FFF2-40B4-BE49-F238E27FC236}">
                <a16:creationId xmlns:a16="http://schemas.microsoft.com/office/drawing/2014/main" id="{154D3C6A-0BED-B913-53A4-224333E317D5}"/>
              </a:ext>
            </a:extLst>
          </p:cNvPr>
          <p:cNvSpPr/>
          <p:nvPr/>
        </p:nvSpPr>
        <p:spPr>
          <a:xfrm>
            <a:off x="4988858" y="4141694"/>
            <a:ext cx="1102659" cy="1304366"/>
          </a:xfrm>
          <a:prstGeom prst="rect">
            <a:avLst/>
          </a:prstGeom>
          <a:noFill/>
          <a:ln w="57150">
            <a:solidFill>
              <a:srgbClr val="FFC000"/>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6" name="Picture 15" descr="A screenshot of a computer&#10;&#10;Description automatically generated">
            <a:extLst>
              <a:ext uri="{FF2B5EF4-FFF2-40B4-BE49-F238E27FC236}">
                <a16:creationId xmlns:a16="http://schemas.microsoft.com/office/drawing/2014/main" id="{E68DBAC8-CB2F-E6DB-7705-B54A5112EDD5}"/>
              </a:ext>
            </a:extLst>
          </p:cNvPr>
          <p:cNvPicPr>
            <a:picLocks noChangeAspect="1"/>
          </p:cNvPicPr>
          <p:nvPr/>
        </p:nvPicPr>
        <p:blipFill>
          <a:blip r:embed="rId4"/>
          <a:stretch>
            <a:fillRect/>
          </a:stretch>
        </p:blipFill>
        <p:spPr>
          <a:xfrm>
            <a:off x="552450" y="783992"/>
            <a:ext cx="8591550" cy="5219908"/>
          </a:xfrm>
          <a:prstGeom prst="rect">
            <a:avLst/>
          </a:prstGeom>
        </p:spPr>
      </p:pic>
      <p:sp>
        <p:nvSpPr>
          <p:cNvPr id="18" name="Text Placeholder 23">
            <a:extLst>
              <a:ext uri="{FF2B5EF4-FFF2-40B4-BE49-F238E27FC236}">
                <a16:creationId xmlns:a16="http://schemas.microsoft.com/office/drawing/2014/main" id="{CB2F978C-CD59-C681-AED7-982177009936}"/>
              </a:ext>
            </a:extLst>
          </p:cNvPr>
          <p:cNvSpPr txBox="1">
            <a:spLocks/>
          </p:cNvSpPr>
          <p:nvPr/>
        </p:nvSpPr>
        <p:spPr>
          <a:xfrm>
            <a:off x="552450" y="6151730"/>
            <a:ext cx="16435975" cy="353081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r" rtl="1"/>
            <a:r>
              <a:rPr lang="ar-SA" sz="2800" dirty="0"/>
              <a:t>يقوم </a:t>
            </a:r>
            <a:r>
              <a:rPr lang="ar-AE" sz="2800" dirty="0"/>
              <a:t>المراقب</a:t>
            </a:r>
            <a:r>
              <a:rPr lang="ar-SA" sz="2800" dirty="0"/>
              <a:t> بجمع البيانات باستخدام التطبيق ويشكل أرشيفًا للبيانات على الواجهة الخلفية، والذي يمكن استخدامه للتعرف على أي ميزات</a:t>
            </a:r>
            <a:r>
              <a:rPr lang="en-US" sz="2800" b="0" i="0" dirty="0">
                <a:solidFill>
                  <a:srgbClr val="000000"/>
                </a:solidFill>
                <a:effectLst/>
                <a:latin typeface="Suisse Int'l Regular"/>
              </a:rPr>
              <a:t>.</a:t>
            </a:r>
            <a:r>
              <a:rPr lang="en-US" sz="2800" dirty="0">
                <a:latin typeface="Suisse Int'l Regular"/>
              </a:rPr>
              <a:t> </a:t>
            </a:r>
          </a:p>
          <a:p>
            <a:pPr algn="r" rtl="1"/>
            <a:r>
              <a:rPr lang="ar-SA" sz="2800" dirty="0"/>
              <a:t>ثم يتم توصيل محرك الذكاء الاصطناعي بالواجهة الخلفية، التي تتعرف على المجسمات والاشياء</a:t>
            </a:r>
            <a:r>
              <a:rPr lang="ar-AE" sz="2800" dirty="0">
                <a:solidFill>
                  <a:srgbClr val="000000"/>
                </a:solidFill>
                <a:latin typeface="Suisse Int'l Regular"/>
              </a:rPr>
              <a:t> المطلوبة مثل التشوه البصري والربط مع نظام البلاغات</a:t>
            </a:r>
            <a:endParaRPr lang="en-US" sz="2800" b="0" i="0" dirty="0">
              <a:solidFill>
                <a:srgbClr val="000000"/>
              </a:solidFill>
              <a:effectLst/>
              <a:latin typeface="Suisse Int'l Regular"/>
            </a:endParaRPr>
          </a:p>
          <a:p>
            <a:pPr algn="r" rtl="1"/>
            <a:r>
              <a:rPr lang="ar-SA" sz="2800" dirty="0"/>
              <a:t>يتم تحميل الإطارات وال</a:t>
            </a:r>
            <a:r>
              <a:rPr lang="ar-AE" sz="2800" dirty="0"/>
              <a:t>اشياء</a:t>
            </a:r>
            <a:r>
              <a:rPr lang="ar-SA" sz="2800" dirty="0"/>
              <a:t> التي تم التعرف عليها تلقائيًا إلى </a:t>
            </a:r>
            <a:r>
              <a:rPr lang="ar-AE" sz="2800" dirty="0"/>
              <a:t>منصة </a:t>
            </a:r>
            <a:r>
              <a:rPr lang="ar-SA" sz="2800" dirty="0"/>
              <a:t>أوربي برو، حيث يمكن تحليلها وربطها بالخريطة على الفور</a:t>
            </a:r>
            <a:r>
              <a:rPr lang="en-US" sz="2800" b="0" i="0" dirty="0">
                <a:solidFill>
                  <a:srgbClr val="000000"/>
                </a:solidFill>
                <a:effectLst/>
                <a:latin typeface="Suisse Int'l Regular"/>
              </a:rPr>
              <a:t>.</a:t>
            </a:r>
            <a:endParaRPr lang="en-US" sz="2800" dirty="0">
              <a:solidFill>
                <a:srgbClr val="000000"/>
              </a:solidFill>
              <a:latin typeface="Suisse Int'l Regular"/>
            </a:endParaRPr>
          </a:p>
          <a:p>
            <a:pPr algn="r" rtl="1"/>
            <a:r>
              <a:rPr lang="ar-SA" sz="2800" dirty="0"/>
              <a:t>وبالتالي، يتم تقليل الوقت المستغرق من جمع بيانات إلى تحليلها بشكل كبير، لأن العملية تتم تلقائيا قدر الإمكان</a:t>
            </a:r>
            <a:r>
              <a:rPr lang="en-US" sz="2800" b="0" i="0" dirty="0">
                <a:solidFill>
                  <a:srgbClr val="000000"/>
                </a:solidFill>
                <a:effectLst/>
                <a:latin typeface="Suisse Int'l Regular"/>
              </a:rPr>
              <a:t>.</a:t>
            </a:r>
            <a:endParaRPr lang="en-US" sz="2800" dirty="0">
              <a:latin typeface="Suisse Int'l Regular"/>
            </a:endParaRPr>
          </a:p>
        </p:txBody>
      </p:sp>
      <p:sp>
        <p:nvSpPr>
          <p:cNvPr id="2" name="Rectangle 1">
            <a:extLst>
              <a:ext uri="{FF2B5EF4-FFF2-40B4-BE49-F238E27FC236}">
                <a16:creationId xmlns:a16="http://schemas.microsoft.com/office/drawing/2014/main" id="{7565562B-6FE2-B761-558F-4E159CF06CF5}"/>
              </a:ext>
            </a:extLst>
          </p:cNvPr>
          <p:cNvSpPr/>
          <p:nvPr/>
        </p:nvSpPr>
        <p:spPr>
          <a:xfrm>
            <a:off x="16550640" y="9226296"/>
            <a:ext cx="1414631" cy="7772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3" name="Picture 2" descr="A yellow and black logo&#10;&#10;Description automatically generated">
            <a:extLst>
              <a:ext uri="{FF2B5EF4-FFF2-40B4-BE49-F238E27FC236}">
                <a16:creationId xmlns:a16="http://schemas.microsoft.com/office/drawing/2014/main" id="{C9A3C40C-AF08-A769-D3AD-FAD4765CC352}"/>
              </a:ext>
            </a:extLst>
          </p:cNvPr>
          <p:cNvPicPr>
            <a:picLocks noChangeAspect="1"/>
          </p:cNvPicPr>
          <p:nvPr/>
        </p:nvPicPr>
        <p:blipFill>
          <a:blip r:embed="rId5"/>
          <a:stretch>
            <a:fillRect/>
          </a:stretch>
        </p:blipFill>
        <p:spPr>
          <a:xfrm>
            <a:off x="17053744" y="120942"/>
            <a:ext cx="979732" cy="416386"/>
          </a:xfrm>
          <a:prstGeom prst="rect">
            <a:avLst/>
          </a:prstGeom>
        </p:spPr>
      </p:pic>
      <p:pic>
        <p:nvPicPr>
          <p:cNvPr id="4" name="Picture 2" descr="وزارة الشؤون البلدية والقروية والإسكان">
            <a:extLst>
              <a:ext uri="{FF2B5EF4-FFF2-40B4-BE49-F238E27FC236}">
                <a16:creationId xmlns:a16="http://schemas.microsoft.com/office/drawing/2014/main" id="{5B94A0EC-A1B3-1F1D-13D9-EE5FCF8EFD1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33707" y="42002"/>
            <a:ext cx="1999258" cy="574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0869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a:extLst>
              <a:ext uri="{FF2B5EF4-FFF2-40B4-BE49-F238E27FC236}">
                <a16:creationId xmlns:a16="http://schemas.microsoft.com/office/drawing/2014/main" id="{DCE5EA48-FF89-016A-03E3-C98292A056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8197" y="3071577"/>
            <a:ext cx="11464400" cy="6320118"/>
          </a:xfrm>
          <a:prstGeom prst="rect">
            <a:avLst/>
          </a:prstGeom>
          <a:noFill/>
          <a:extLst>
            <a:ext uri="{909E8E84-426E-40DD-AFC4-6F175D3DCCD1}">
              <a14:hiddenFill xmlns:a14="http://schemas.microsoft.com/office/drawing/2010/main">
                <a:solidFill>
                  <a:srgbClr val="FFFFFF"/>
                </a:solidFill>
              </a14:hiddenFill>
            </a:ext>
          </a:extLst>
        </p:spPr>
      </p:pic>
      <p:sp>
        <p:nvSpPr>
          <p:cNvPr id="8" name="Title 29">
            <a:extLst>
              <a:ext uri="{FF2B5EF4-FFF2-40B4-BE49-F238E27FC236}">
                <a16:creationId xmlns:a16="http://schemas.microsoft.com/office/drawing/2014/main" id="{3D561734-7C5F-39AF-0960-E093D3A17F00}"/>
              </a:ext>
            </a:extLst>
          </p:cNvPr>
          <p:cNvSpPr txBox="1">
            <a:spLocks/>
          </p:cNvSpPr>
          <p:nvPr/>
        </p:nvSpPr>
        <p:spPr>
          <a:xfrm>
            <a:off x="4294546" y="338900"/>
            <a:ext cx="7917873" cy="876680"/>
          </a:xfrm>
          <a:prstGeom prst="rect">
            <a:avLst/>
          </a:prstGeom>
          <a:noFill/>
          <a:ln/>
        </p:spPr>
        <p:txBody>
          <a:bodyPr wrap="square" lIns="0" tIns="0" rIns="0" bIns="0" rtlCol="0" anchor="t"/>
          <a:lstStyle>
            <a:lvl1pPr algn="l" defTabSz="914400" rtl="0" eaLnBrk="1" latinLnBrk="0" hangingPunct="1">
              <a:spcBef>
                <a:spcPct val="0"/>
              </a:spcBef>
              <a:buNone/>
              <a:defRPr lang="ru-RU" sz="4425" b="0" i="0" kern="1200" dirty="0">
                <a:solidFill>
                  <a:schemeClr val="tx1"/>
                </a:solidFill>
                <a:latin typeface="Inter Medium" panose="02000503000000020004" pitchFamily="2" charset="0"/>
                <a:ea typeface="Inter Medium" panose="02000503000000020004" pitchFamily="2" charset="0"/>
                <a:cs typeface="Inter Medium" panose="02000503000000020004" pitchFamily="2" charset="0"/>
              </a:defRPr>
            </a:lvl1pPr>
          </a:lstStyle>
          <a:p>
            <a:pPr algn="ctr" rtl="1"/>
            <a:r>
              <a:rPr lang="ar-SA" sz="3600" b="1" dirty="0"/>
              <a:t>المتطلبات العامة لجمع البيانات</a:t>
            </a:r>
            <a:endParaRPr lang="en-US" sz="3600" b="1" dirty="0"/>
          </a:p>
        </p:txBody>
      </p:sp>
      <p:sp>
        <p:nvSpPr>
          <p:cNvPr id="9" name="Text Placeholder 23">
            <a:extLst>
              <a:ext uri="{FF2B5EF4-FFF2-40B4-BE49-F238E27FC236}">
                <a16:creationId xmlns:a16="http://schemas.microsoft.com/office/drawing/2014/main" id="{D4BF7130-DD54-8DC4-7A6B-CFE3229B5903}"/>
              </a:ext>
            </a:extLst>
          </p:cNvPr>
          <p:cNvSpPr txBox="1">
            <a:spLocks/>
          </p:cNvSpPr>
          <p:nvPr/>
        </p:nvSpPr>
        <p:spPr>
          <a:xfrm>
            <a:off x="552450" y="1106456"/>
            <a:ext cx="16435975" cy="123713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indent="-514350" algn="r" rtl="1" fontAlgn="base">
              <a:spcBef>
                <a:spcPts val="0"/>
              </a:spcBef>
              <a:spcAft>
                <a:spcPts val="0"/>
              </a:spcAft>
              <a:buFont typeface="+mj-lt"/>
              <a:buAutoNum type="arabicPeriod"/>
            </a:pPr>
            <a:r>
              <a:rPr lang="ar-AE" b="1" u="sng" dirty="0">
                <a:solidFill>
                  <a:srgbClr val="000000"/>
                </a:solidFill>
                <a:latin typeface="Calibri" panose="020F0502020204030204" pitchFamily="34" charset="0"/>
              </a:rPr>
              <a:t>إشارة جي بي اس مناسبة</a:t>
            </a:r>
            <a:endParaRPr lang="en-US" b="1" i="0" u="sng" strike="noStrike" dirty="0">
              <a:solidFill>
                <a:srgbClr val="000000"/>
              </a:solidFill>
              <a:effectLst/>
              <a:latin typeface="Calibri" panose="020F0502020204030204" pitchFamily="34" charset="0"/>
            </a:endParaRPr>
          </a:p>
          <a:p>
            <a:pPr marL="0" indent="0" algn="r" rtl="1">
              <a:spcBef>
                <a:spcPts val="0"/>
              </a:spcBef>
              <a:spcAft>
                <a:spcPts val="0"/>
              </a:spcAft>
              <a:buNone/>
            </a:pPr>
            <a:endParaRPr lang="ar-AE" sz="1800" b="1" dirty="0">
              <a:solidFill>
                <a:srgbClr val="000000"/>
              </a:solidFill>
              <a:latin typeface="Calibri" panose="020F0502020204030204" pitchFamily="34" charset="0"/>
            </a:endParaRPr>
          </a:p>
          <a:p>
            <a:pPr marL="0" indent="0" algn="r" rtl="1">
              <a:spcBef>
                <a:spcPts val="0"/>
              </a:spcBef>
              <a:spcAft>
                <a:spcPts val="0"/>
              </a:spcAft>
              <a:buNone/>
            </a:pPr>
            <a:r>
              <a:rPr lang="ar-AE" sz="2800" dirty="0">
                <a:solidFill>
                  <a:srgbClr val="000000"/>
                </a:solidFill>
                <a:latin typeface="Calibri" panose="020F0502020204030204" pitchFamily="34" charset="0"/>
              </a:rPr>
              <a:t>من الضروري مراقبة مستوى إشارة جي بي اس. في حالة فقدان الاتصال بالأقمار الصناعية، فمن الضروري التوقف على جانب الطريق</a:t>
            </a:r>
            <a:r>
              <a:rPr lang="ar-SA" sz="2800" dirty="0"/>
              <a:t> في أقرب وقت ممكن وانتظر حتى يلتقط الهاتف الذكي الإشارة مرة أخرى. بعد استئناف الاتصال، يمكنك مواصلة القيادة</a:t>
            </a:r>
            <a:r>
              <a:rPr lang="ar-AE" sz="2800" dirty="0"/>
              <a:t>.</a:t>
            </a:r>
            <a:endParaRPr lang="en-US" sz="2800" b="0" i="0" u="none" strike="noStrike" dirty="0">
              <a:solidFill>
                <a:srgbClr val="000000"/>
              </a:solidFill>
              <a:effectLst/>
              <a:latin typeface="Calibri" panose="020F0502020204030204" pitchFamily="34" charset="0"/>
            </a:endParaRPr>
          </a:p>
          <a:p>
            <a:pPr marL="0" indent="0" rtl="0">
              <a:spcBef>
                <a:spcPts val="0"/>
              </a:spcBef>
              <a:spcAft>
                <a:spcPts val="0"/>
              </a:spcAft>
              <a:buNone/>
            </a:pPr>
            <a:endParaRPr lang="en-US" sz="1800" b="0" i="0" u="none" strike="noStrike" dirty="0">
              <a:solidFill>
                <a:srgbClr val="000000"/>
              </a:solidFill>
              <a:effectLst/>
              <a:latin typeface="Calibri" panose="020F0502020204030204" pitchFamily="34" charset="0"/>
            </a:endParaRPr>
          </a:p>
        </p:txBody>
      </p:sp>
      <p:sp>
        <p:nvSpPr>
          <p:cNvPr id="14" name="Rectangle 13">
            <a:extLst>
              <a:ext uri="{FF2B5EF4-FFF2-40B4-BE49-F238E27FC236}">
                <a16:creationId xmlns:a16="http://schemas.microsoft.com/office/drawing/2014/main" id="{1D095EB0-5D91-09CE-53D1-424BCF9F8D95}"/>
              </a:ext>
            </a:extLst>
          </p:cNvPr>
          <p:cNvSpPr/>
          <p:nvPr/>
        </p:nvSpPr>
        <p:spPr>
          <a:xfrm>
            <a:off x="2788920" y="3287268"/>
            <a:ext cx="2203704" cy="1037844"/>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15" name="Picture 14" descr="A yellow and black logo&#10;&#10;Description automatically generated">
            <a:extLst>
              <a:ext uri="{FF2B5EF4-FFF2-40B4-BE49-F238E27FC236}">
                <a16:creationId xmlns:a16="http://schemas.microsoft.com/office/drawing/2014/main" id="{84BC765E-7027-D4FC-D6AD-3D1DB55656FF}"/>
              </a:ext>
            </a:extLst>
          </p:cNvPr>
          <p:cNvPicPr>
            <a:picLocks noChangeAspect="1"/>
          </p:cNvPicPr>
          <p:nvPr/>
        </p:nvPicPr>
        <p:blipFill>
          <a:blip r:embed="rId3"/>
          <a:stretch>
            <a:fillRect/>
          </a:stretch>
        </p:blipFill>
        <p:spPr>
          <a:xfrm>
            <a:off x="17053744" y="120942"/>
            <a:ext cx="979732" cy="416386"/>
          </a:xfrm>
          <a:prstGeom prst="rect">
            <a:avLst/>
          </a:prstGeom>
        </p:spPr>
      </p:pic>
      <p:pic>
        <p:nvPicPr>
          <p:cNvPr id="16" name="Picture 2" descr="وزارة الشؤون البلدية والقروية والإسكان">
            <a:extLst>
              <a:ext uri="{FF2B5EF4-FFF2-40B4-BE49-F238E27FC236}">
                <a16:creationId xmlns:a16="http://schemas.microsoft.com/office/drawing/2014/main" id="{DD8A77FF-0CC1-0BBA-9E8F-6D21C4DB59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33707" y="42002"/>
            <a:ext cx="1999258" cy="574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1162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23">
            <a:extLst>
              <a:ext uri="{FF2B5EF4-FFF2-40B4-BE49-F238E27FC236}">
                <a16:creationId xmlns:a16="http://schemas.microsoft.com/office/drawing/2014/main" id="{3011ADC1-B052-5763-411D-18AC5E1D8F06}"/>
              </a:ext>
            </a:extLst>
          </p:cNvPr>
          <p:cNvSpPr txBox="1">
            <a:spLocks/>
          </p:cNvSpPr>
          <p:nvPr/>
        </p:nvSpPr>
        <p:spPr>
          <a:xfrm>
            <a:off x="552450" y="1703475"/>
            <a:ext cx="16435975" cy="119678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rtl="1">
              <a:buFont typeface="+mj-lt"/>
              <a:buAutoNum type="arabicPeriod" startAt="2"/>
            </a:pPr>
            <a:r>
              <a:rPr lang="ar-SA" b="1" u="sng" dirty="0">
                <a:latin typeface="+mj-lt"/>
              </a:rPr>
              <a:t>ساعات النهار</a:t>
            </a:r>
            <a:endParaRPr lang="en-US" b="1" i="0" u="sng" strike="noStrike" dirty="0">
              <a:solidFill>
                <a:srgbClr val="000000"/>
              </a:solidFill>
              <a:effectLst/>
              <a:latin typeface="+mj-lt"/>
            </a:endParaRPr>
          </a:p>
          <a:p>
            <a:pPr marL="0" indent="0" algn="r" rtl="1">
              <a:spcBef>
                <a:spcPts val="0"/>
              </a:spcBef>
              <a:spcAft>
                <a:spcPts val="0"/>
              </a:spcAft>
              <a:buNone/>
            </a:pPr>
            <a:r>
              <a:rPr lang="en-US" sz="2800" b="1" i="0" u="none" strike="noStrike" dirty="0">
                <a:solidFill>
                  <a:srgbClr val="000000"/>
                </a:solidFill>
                <a:effectLst/>
                <a:latin typeface="Calibri" panose="020F0502020204030204" pitchFamily="34" charset="0"/>
              </a:rPr>
              <a:t>	</a:t>
            </a:r>
            <a:r>
              <a:rPr lang="ar-SA" sz="2800" dirty="0"/>
              <a:t>يجب أن تتم الرحلة خلال ساعات النهار: بعد شروق الشمس بساعة وقبل غروبها بساعة</a:t>
            </a:r>
            <a:r>
              <a:rPr lang="en-US" sz="2800" b="0" i="0" u="none" strike="noStrike" dirty="0">
                <a:solidFill>
                  <a:srgbClr val="000000"/>
                </a:solidFill>
                <a:effectLst/>
                <a:latin typeface="Calibri" panose="020F0502020204030204" pitchFamily="34" charset="0"/>
              </a:rPr>
              <a:t>.</a:t>
            </a:r>
          </a:p>
          <a:p>
            <a:pPr marL="0" indent="0" rtl="0">
              <a:spcBef>
                <a:spcPts val="0"/>
              </a:spcBef>
              <a:spcAft>
                <a:spcPts val="0"/>
              </a:spcAft>
              <a:buNone/>
            </a:pPr>
            <a:endParaRPr lang="en-US" sz="1800" dirty="0">
              <a:solidFill>
                <a:srgbClr val="000000"/>
              </a:solidFill>
              <a:latin typeface="Calibri" panose="020F0502020204030204" pitchFamily="34" charset="0"/>
            </a:endParaRPr>
          </a:p>
          <a:p>
            <a:pPr rtl="0">
              <a:spcBef>
                <a:spcPts val="0"/>
              </a:spcBef>
              <a:spcAft>
                <a:spcPts val="0"/>
              </a:spcAft>
              <a:buFont typeface="Wingdings" panose="05000000000000000000" pitchFamily="2" charset="2"/>
              <a:buChar char="v"/>
            </a:pPr>
            <a:endParaRPr lang="en-US" sz="800" b="0" dirty="0">
              <a:effectLst/>
            </a:endParaRPr>
          </a:p>
          <a:p>
            <a:pPr marL="0" indent="0">
              <a:buNone/>
            </a:pPr>
            <a:endParaRPr lang="en-US" sz="800" dirty="0"/>
          </a:p>
          <a:p>
            <a:pPr marL="0" indent="0">
              <a:buNone/>
            </a:pPr>
            <a:br>
              <a:rPr lang="en-US" sz="800" dirty="0"/>
            </a:br>
            <a:br>
              <a:rPr lang="en-US" sz="1100" dirty="0"/>
            </a:br>
            <a:endParaRPr lang="en-US" sz="1800" b="1" i="0" u="none" strike="noStrike" dirty="0">
              <a:solidFill>
                <a:srgbClr val="000000"/>
              </a:solidFill>
              <a:effectLst/>
              <a:latin typeface="Calibri" panose="020F0502020204030204" pitchFamily="34" charset="0"/>
            </a:endParaRPr>
          </a:p>
        </p:txBody>
      </p:sp>
      <p:pic>
        <p:nvPicPr>
          <p:cNvPr id="3" name="Picture 2">
            <a:extLst>
              <a:ext uri="{FF2B5EF4-FFF2-40B4-BE49-F238E27FC236}">
                <a16:creationId xmlns:a16="http://schemas.microsoft.com/office/drawing/2014/main" id="{75250E81-3D46-EDB0-26DF-A96CF862ABC9}"/>
              </a:ext>
            </a:extLst>
          </p:cNvPr>
          <p:cNvPicPr>
            <a:picLocks noChangeAspect="1"/>
          </p:cNvPicPr>
          <p:nvPr/>
        </p:nvPicPr>
        <p:blipFill>
          <a:blip r:embed="rId3"/>
          <a:stretch>
            <a:fillRect/>
          </a:stretch>
        </p:blipFill>
        <p:spPr>
          <a:xfrm>
            <a:off x="3004577" y="3073492"/>
            <a:ext cx="11980476" cy="5707437"/>
          </a:xfrm>
          <a:prstGeom prst="rect">
            <a:avLst/>
          </a:prstGeom>
        </p:spPr>
      </p:pic>
      <p:sp>
        <p:nvSpPr>
          <p:cNvPr id="2" name="Title 29">
            <a:extLst>
              <a:ext uri="{FF2B5EF4-FFF2-40B4-BE49-F238E27FC236}">
                <a16:creationId xmlns:a16="http://schemas.microsoft.com/office/drawing/2014/main" id="{A66B04F9-F4F5-B3A5-FBB2-785E5591881C}"/>
              </a:ext>
            </a:extLst>
          </p:cNvPr>
          <p:cNvSpPr txBox="1">
            <a:spLocks/>
          </p:cNvSpPr>
          <p:nvPr/>
        </p:nvSpPr>
        <p:spPr>
          <a:xfrm>
            <a:off x="4294546" y="348044"/>
            <a:ext cx="7917873" cy="876680"/>
          </a:xfrm>
          <a:prstGeom prst="rect">
            <a:avLst/>
          </a:prstGeom>
          <a:noFill/>
          <a:ln/>
        </p:spPr>
        <p:txBody>
          <a:bodyPr wrap="square" lIns="0" tIns="0" rIns="0" bIns="0" rtlCol="0" anchor="t"/>
          <a:lstStyle>
            <a:lvl1pPr algn="l" defTabSz="914400" rtl="0" eaLnBrk="1" latinLnBrk="0" hangingPunct="1">
              <a:spcBef>
                <a:spcPct val="0"/>
              </a:spcBef>
              <a:buNone/>
              <a:defRPr lang="ru-RU" sz="4425" b="0" i="0" kern="1200" dirty="0">
                <a:solidFill>
                  <a:schemeClr val="tx1"/>
                </a:solidFill>
                <a:latin typeface="Inter Medium" panose="02000503000000020004" pitchFamily="2" charset="0"/>
                <a:ea typeface="Inter Medium" panose="02000503000000020004" pitchFamily="2" charset="0"/>
                <a:cs typeface="Inter Medium" panose="02000503000000020004" pitchFamily="2" charset="0"/>
              </a:defRPr>
            </a:lvl1pPr>
          </a:lstStyle>
          <a:p>
            <a:pPr algn="ctr" rtl="1"/>
            <a:r>
              <a:rPr lang="ar-SA" sz="3600" b="1" dirty="0"/>
              <a:t>المتطلبات العامة لجمع البيانات</a:t>
            </a:r>
            <a:endParaRPr lang="en-US" sz="3600" b="1" dirty="0"/>
          </a:p>
        </p:txBody>
      </p:sp>
      <p:sp>
        <p:nvSpPr>
          <p:cNvPr id="4" name="Rectangle 3">
            <a:extLst>
              <a:ext uri="{FF2B5EF4-FFF2-40B4-BE49-F238E27FC236}">
                <a16:creationId xmlns:a16="http://schemas.microsoft.com/office/drawing/2014/main" id="{3A5AC7B3-E1DB-B21A-DD2B-F914F2190907}"/>
              </a:ext>
            </a:extLst>
          </p:cNvPr>
          <p:cNvSpPr/>
          <p:nvPr/>
        </p:nvSpPr>
        <p:spPr>
          <a:xfrm>
            <a:off x="16550640" y="9226296"/>
            <a:ext cx="1414631" cy="7772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6" name="Picture 5" descr="A yellow and black logo&#10;&#10;Description automatically generated">
            <a:extLst>
              <a:ext uri="{FF2B5EF4-FFF2-40B4-BE49-F238E27FC236}">
                <a16:creationId xmlns:a16="http://schemas.microsoft.com/office/drawing/2014/main" id="{F1FA1A0C-5A39-D1A6-CAD7-AEB3F730902C}"/>
              </a:ext>
            </a:extLst>
          </p:cNvPr>
          <p:cNvPicPr>
            <a:picLocks noChangeAspect="1"/>
          </p:cNvPicPr>
          <p:nvPr/>
        </p:nvPicPr>
        <p:blipFill>
          <a:blip r:embed="rId4"/>
          <a:stretch>
            <a:fillRect/>
          </a:stretch>
        </p:blipFill>
        <p:spPr>
          <a:xfrm>
            <a:off x="17053744" y="120942"/>
            <a:ext cx="979732" cy="416386"/>
          </a:xfrm>
          <a:prstGeom prst="rect">
            <a:avLst/>
          </a:prstGeom>
        </p:spPr>
      </p:pic>
      <p:pic>
        <p:nvPicPr>
          <p:cNvPr id="8" name="Picture 2" descr="وزارة الشؤون البلدية والقروية والإسكان">
            <a:extLst>
              <a:ext uri="{FF2B5EF4-FFF2-40B4-BE49-F238E27FC236}">
                <a16:creationId xmlns:a16="http://schemas.microsoft.com/office/drawing/2014/main" id="{E5145666-AAFD-0A2F-5B96-007FD7724B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33707" y="42002"/>
            <a:ext cx="1999258" cy="574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9368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23">
            <a:extLst>
              <a:ext uri="{FF2B5EF4-FFF2-40B4-BE49-F238E27FC236}">
                <a16:creationId xmlns:a16="http://schemas.microsoft.com/office/drawing/2014/main" id="{3011ADC1-B052-5763-411D-18AC5E1D8F06}"/>
              </a:ext>
            </a:extLst>
          </p:cNvPr>
          <p:cNvSpPr txBox="1">
            <a:spLocks/>
          </p:cNvSpPr>
          <p:nvPr/>
        </p:nvSpPr>
        <p:spPr>
          <a:xfrm>
            <a:off x="552450" y="1330186"/>
            <a:ext cx="16435975" cy="150607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rtl="0">
              <a:spcBef>
                <a:spcPts val="0"/>
              </a:spcBef>
              <a:spcAft>
                <a:spcPts val="0"/>
              </a:spcAft>
              <a:buNone/>
            </a:pPr>
            <a:endParaRPr lang="en-US" sz="1100" b="0" dirty="0">
              <a:effectLst/>
            </a:endParaRPr>
          </a:p>
          <a:p>
            <a:pPr marL="514350" indent="-514350" algn="r" rtl="1">
              <a:buFont typeface="+mj-lt"/>
              <a:buAutoNum type="arabicPeriod" startAt="3"/>
            </a:pPr>
            <a:r>
              <a:rPr lang="ar-SA" b="1" u="sng" dirty="0">
                <a:latin typeface="+mj-lt"/>
              </a:rPr>
              <a:t>غياب الظواهر الجوية</a:t>
            </a:r>
            <a:endParaRPr lang="en-US" b="1" i="0" u="sng" strike="noStrike" dirty="0">
              <a:solidFill>
                <a:srgbClr val="000000"/>
              </a:solidFill>
              <a:effectLst/>
              <a:latin typeface="+mj-lt"/>
            </a:endParaRPr>
          </a:p>
          <a:p>
            <a:pPr marL="0" indent="0" algn="r" rtl="1">
              <a:buNone/>
            </a:pPr>
            <a:r>
              <a:rPr lang="en-US" sz="2800" b="1" dirty="0">
                <a:solidFill>
                  <a:srgbClr val="000000"/>
                </a:solidFill>
                <a:latin typeface="Calibri" panose="020F0502020204030204" pitchFamily="34" charset="0"/>
              </a:rPr>
              <a:t>	</a:t>
            </a:r>
            <a:r>
              <a:rPr lang="ar-SA" sz="2800" dirty="0"/>
              <a:t> يجب أن يتم العمل في غياب الظواهر الجوية (العواصف الرملية، الامطار، الضباب).</a:t>
            </a:r>
            <a:endParaRPr lang="en-US" sz="2800" dirty="0"/>
          </a:p>
          <a:p>
            <a:pPr marL="0" indent="0" algn="r" rtl="1">
              <a:buNone/>
            </a:pPr>
            <a:endParaRPr lang="en-US" sz="1800" b="0" i="0" u="none" strike="noStrike" dirty="0">
              <a:solidFill>
                <a:srgbClr val="000000"/>
              </a:solidFill>
              <a:effectLst/>
              <a:latin typeface="Calibri" panose="020F0502020204030204" pitchFamily="34" charset="0"/>
            </a:endParaRPr>
          </a:p>
          <a:p>
            <a:pPr marL="0" indent="0">
              <a:buNone/>
            </a:pPr>
            <a:endParaRPr lang="en-US" sz="1800" b="1" dirty="0">
              <a:solidFill>
                <a:srgbClr val="000000"/>
              </a:solidFill>
              <a:latin typeface="Calibri" panose="020F0502020204030204" pitchFamily="34" charset="0"/>
            </a:endParaRPr>
          </a:p>
          <a:p>
            <a:pPr marL="0" indent="0">
              <a:buNone/>
            </a:pPr>
            <a:br>
              <a:rPr lang="en-US" sz="1100" dirty="0"/>
            </a:br>
            <a:endParaRPr lang="en-US" sz="1800" b="1" i="0" u="none" strike="noStrike" dirty="0">
              <a:solidFill>
                <a:srgbClr val="000000"/>
              </a:solidFill>
              <a:effectLst/>
              <a:latin typeface="Calibri" panose="020F0502020204030204" pitchFamily="34" charset="0"/>
            </a:endParaRPr>
          </a:p>
        </p:txBody>
      </p:sp>
      <p:pic>
        <p:nvPicPr>
          <p:cNvPr id="2050" name="Picture 2">
            <a:extLst>
              <a:ext uri="{FF2B5EF4-FFF2-40B4-BE49-F238E27FC236}">
                <a16:creationId xmlns:a16="http://schemas.microsoft.com/office/drawing/2014/main" id="{CDB1BA74-C1BD-3862-963E-B23BA9012A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4850" y="2982061"/>
            <a:ext cx="11315279" cy="6389804"/>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9">
            <a:extLst>
              <a:ext uri="{FF2B5EF4-FFF2-40B4-BE49-F238E27FC236}">
                <a16:creationId xmlns:a16="http://schemas.microsoft.com/office/drawing/2014/main" id="{DDD9FA4F-0FAF-CB54-C988-5619BF1529DC}"/>
              </a:ext>
            </a:extLst>
          </p:cNvPr>
          <p:cNvSpPr txBox="1">
            <a:spLocks/>
          </p:cNvSpPr>
          <p:nvPr/>
        </p:nvSpPr>
        <p:spPr>
          <a:xfrm>
            <a:off x="4294546" y="338900"/>
            <a:ext cx="7917873" cy="876680"/>
          </a:xfrm>
          <a:prstGeom prst="rect">
            <a:avLst/>
          </a:prstGeom>
          <a:noFill/>
          <a:ln/>
        </p:spPr>
        <p:txBody>
          <a:bodyPr wrap="square" lIns="0" tIns="0" rIns="0" bIns="0" rtlCol="0" anchor="t"/>
          <a:lstStyle>
            <a:lvl1pPr algn="l" defTabSz="914400" rtl="0" eaLnBrk="1" latinLnBrk="0" hangingPunct="1">
              <a:spcBef>
                <a:spcPct val="0"/>
              </a:spcBef>
              <a:buNone/>
              <a:defRPr lang="ru-RU" sz="4425" b="0" i="0" kern="1200" dirty="0">
                <a:solidFill>
                  <a:schemeClr val="tx1"/>
                </a:solidFill>
                <a:latin typeface="Inter Medium" panose="02000503000000020004" pitchFamily="2" charset="0"/>
                <a:ea typeface="Inter Medium" panose="02000503000000020004" pitchFamily="2" charset="0"/>
                <a:cs typeface="Inter Medium" panose="02000503000000020004" pitchFamily="2" charset="0"/>
              </a:defRPr>
            </a:lvl1pPr>
          </a:lstStyle>
          <a:p>
            <a:pPr algn="ctr" rtl="1"/>
            <a:r>
              <a:rPr lang="ar-SA" sz="3600" b="1" dirty="0"/>
              <a:t>المتطلبات العامة لجمع البيانات</a:t>
            </a:r>
            <a:endParaRPr lang="en-US" sz="3600" b="1" dirty="0"/>
          </a:p>
        </p:txBody>
      </p:sp>
      <p:sp>
        <p:nvSpPr>
          <p:cNvPr id="4" name="Rectangle 3">
            <a:extLst>
              <a:ext uri="{FF2B5EF4-FFF2-40B4-BE49-F238E27FC236}">
                <a16:creationId xmlns:a16="http://schemas.microsoft.com/office/drawing/2014/main" id="{64B6F2EC-5B6B-0C83-E4AA-4EC05F9FDA6F}"/>
              </a:ext>
            </a:extLst>
          </p:cNvPr>
          <p:cNvSpPr/>
          <p:nvPr/>
        </p:nvSpPr>
        <p:spPr>
          <a:xfrm>
            <a:off x="16550640" y="9226296"/>
            <a:ext cx="1414631" cy="7772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5" name="Picture 4" descr="A yellow and black logo&#10;&#10;Description automatically generated">
            <a:extLst>
              <a:ext uri="{FF2B5EF4-FFF2-40B4-BE49-F238E27FC236}">
                <a16:creationId xmlns:a16="http://schemas.microsoft.com/office/drawing/2014/main" id="{42547ED1-2C17-AA1B-3931-0B1C6A2867C1}"/>
              </a:ext>
            </a:extLst>
          </p:cNvPr>
          <p:cNvPicPr>
            <a:picLocks noChangeAspect="1"/>
          </p:cNvPicPr>
          <p:nvPr/>
        </p:nvPicPr>
        <p:blipFill>
          <a:blip r:embed="rId4"/>
          <a:stretch>
            <a:fillRect/>
          </a:stretch>
        </p:blipFill>
        <p:spPr>
          <a:xfrm>
            <a:off x="17053744" y="120942"/>
            <a:ext cx="979732" cy="416386"/>
          </a:xfrm>
          <a:prstGeom prst="rect">
            <a:avLst/>
          </a:prstGeom>
        </p:spPr>
      </p:pic>
      <p:pic>
        <p:nvPicPr>
          <p:cNvPr id="6" name="Picture 2" descr="وزارة الشؤون البلدية والقروية والإسكان">
            <a:extLst>
              <a:ext uri="{FF2B5EF4-FFF2-40B4-BE49-F238E27FC236}">
                <a16:creationId xmlns:a16="http://schemas.microsoft.com/office/drawing/2014/main" id="{E5534824-BB21-0391-2FC9-3155DB17A8D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33707" y="42002"/>
            <a:ext cx="1999258" cy="574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30375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Image 10" descr="preencoded.png">
            <a:extLst>
              <a:ext uri="{FF2B5EF4-FFF2-40B4-BE49-F238E27FC236}">
                <a16:creationId xmlns:a16="http://schemas.microsoft.com/office/drawing/2014/main" id="{205B1141-C308-C03A-D9F1-34BD61600A29}"/>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6318057" y="9153525"/>
            <a:ext cx="1781175" cy="971550"/>
          </a:xfrm>
          <a:prstGeom prst="rect">
            <a:avLst/>
          </a:prstGeom>
        </p:spPr>
      </p:pic>
      <p:sp>
        <p:nvSpPr>
          <p:cNvPr id="13" name="Text Placeholder 23">
            <a:extLst>
              <a:ext uri="{FF2B5EF4-FFF2-40B4-BE49-F238E27FC236}">
                <a16:creationId xmlns:a16="http://schemas.microsoft.com/office/drawing/2014/main" id="{3011ADC1-B052-5763-411D-18AC5E1D8F06}"/>
              </a:ext>
            </a:extLst>
          </p:cNvPr>
          <p:cNvSpPr txBox="1">
            <a:spLocks/>
          </p:cNvSpPr>
          <p:nvPr/>
        </p:nvSpPr>
        <p:spPr>
          <a:xfrm>
            <a:off x="552450" y="1694329"/>
            <a:ext cx="16435975" cy="1156447"/>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indent="-514350" algn="r" rtl="1">
              <a:buFont typeface="+mj-lt"/>
              <a:buAutoNum type="arabicPeriod" startAt="4"/>
            </a:pPr>
            <a:r>
              <a:rPr lang="ar-SA" b="1" u="sng" dirty="0">
                <a:latin typeface="+mj-lt"/>
              </a:rPr>
              <a:t>تنظيف الزجاج الأمامي</a:t>
            </a:r>
            <a:endParaRPr lang="ar-AE" b="1" u="sng" dirty="0">
              <a:latin typeface="+mj-lt"/>
            </a:endParaRPr>
          </a:p>
          <a:p>
            <a:pPr marL="400050" lvl="1" indent="0" algn="r" rtl="1">
              <a:buNone/>
            </a:pPr>
            <a:r>
              <a:rPr lang="ar-AE" dirty="0">
                <a:latin typeface="+mj-lt"/>
              </a:rPr>
              <a:t> </a:t>
            </a:r>
            <a:r>
              <a:rPr lang="ar-SA" dirty="0">
                <a:latin typeface="+mj-lt"/>
              </a:rPr>
              <a:t>يجب ألا تكون هناك قطرات ماء أو رمل أو أي أوساخ أخرى على الزجاج الأمامي. في حالة حدوث عاصفة رملية لا بد من إيقاف الحركة والانتظار حتى تنتهي.</a:t>
            </a:r>
            <a:endParaRPr lang="en-US" dirty="0">
              <a:latin typeface="+mj-lt"/>
            </a:endParaRPr>
          </a:p>
          <a:p>
            <a:pPr marL="0" indent="0" rtl="0">
              <a:spcBef>
                <a:spcPts val="0"/>
              </a:spcBef>
              <a:spcAft>
                <a:spcPts val="0"/>
              </a:spcAft>
              <a:buNone/>
            </a:pPr>
            <a:endParaRPr lang="en-US" sz="1800" dirty="0">
              <a:solidFill>
                <a:srgbClr val="000000"/>
              </a:solidFill>
              <a:latin typeface="Calibri" panose="020F0502020204030204" pitchFamily="34" charset="0"/>
            </a:endParaRPr>
          </a:p>
          <a:p>
            <a:pPr rtl="0">
              <a:spcBef>
                <a:spcPts val="0"/>
              </a:spcBef>
              <a:spcAft>
                <a:spcPts val="0"/>
              </a:spcAft>
              <a:buFont typeface="Wingdings" panose="05000000000000000000" pitchFamily="2" charset="2"/>
              <a:buChar char="v"/>
            </a:pPr>
            <a:endParaRPr lang="en-US" sz="800" b="0" dirty="0">
              <a:effectLst/>
            </a:endParaRPr>
          </a:p>
          <a:p>
            <a:pPr marL="0" indent="0">
              <a:buNone/>
            </a:pPr>
            <a:endParaRPr lang="en-US" sz="800" dirty="0"/>
          </a:p>
          <a:p>
            <a:pPr marL="0" indent="0">
              <a:buNone/>
            </a:pPr>
            <a:br>
              <a:rPr lang="en-US" sz="800" dirty="0"/>
            </a:br>
            <a:br>
              <a:rPr lang="en-US" sz="1100" dirty="0"/>
            </a:br>
            <a:endParaRPr lang="en-US" sz="1800" b="1" i="0" u="none" strike="noStrike" dirty="0">
              <a:solidFill>
                <a:srgbClr val="000000"/>
              </a:solidFill>
              <a:effectLst/>
              <a:latin typeface="Calibri" panose="020F0502020204030204" pitchFamily="34" charset="0"/>
            </a:endParaRPr>
          </a:p>
        </p:txBody>
      </p:sp>
      <p:pic>
        <p:nvPicPr>
          <p:cNvPr id="3074" name="Picture 2">
            <a:extLst>
              <a:ext uri="{FF2B5EF4-FFF2-40B4-BE49-F238E27FC236}">
                <a16:creationId xmlns:a16="http://schemas.microsoft.com/office/drawing/2014/main" id="{FB4B5181-73B0-AE89-343C-15388707461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9002" y="3301242"/>
            <a:ext cx="8882741" cy="3657599"/>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07BBBAB9-B17B-6D19-69F2-63944F3B276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69251" y="3301242"/>
            <a:ext cx="6785807" cy="365759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9">
            <a:extLst>
              <a:ext uri="{FF2B5EF4-FFF2-40B4-BE49-F238E27FC236}">
                <a16:creationId xmlns:a16="http://schemas.microsoft.com/office/drawing/2014/main" id="{82C94502-69F9-84ED-D006-98C5D1AE180A}"/>
              </a:ext>
            </a:extLst>
          </p:cNvPr>
          <p:cNvSpPr txBox="1">
            <a:spLocks/>
          </p:cNvSpPr>
          <p:nvPr/>
        </p:nvSpPr>
        <p:spPr>
          <a:xfrm>
            <a:off x="4294546" y="338900"/>
            <a:ext cx="7917873" cy="876680"/>
          </a:xfrm>
          <a:prstGeom prst="rect">
            <a:avLst/>
          </a:prstGeom>
          <a:noFill/>
          <a:ln/>
        </p:spPr>
        <p:txBody>
          <a:bodyPr wrap="square" lIns="0" tIns="0" rIns="0" bIns="0" rtlCol="0" anchor="t"/>
          <a:lstStyle>
            <a:lvl1pPr algn="l" defTabSz="914400" rtl="0" eaLnBrk="1" latinLnBrk="0" hangingPunct="1">
              <a:spcBef>
                <a:spcPct val="0"/>
              </a:spcBef>
              <a:buNone/>
              <a:defRPr lang="ru-RU" sz="4425" b="0" i="0" kern="1200" dirty="0">
                <a:solidFill>
                  <a:schemeClr val="tx1"/>
                </a:solidFill>
                <a:latin typeface="Inter Medium" panose="02000503000000020004" pitchFamily="2" charset="0"/>
                <a:ea typeface="Inter Medium" panose="02000503000000020004" pitchFamily="2" charset="0"/>
                <a:cs typeface="Inter Medium" panose="02000503000000020004" pitchFamily="2" charset="0"/>
              </a:defRPr>
            </a:lvl1pPr>
          </a:lstStyle>
          <a:p>
            <a:pPr algn="ctr" rtl="1"/>
            <a:r>
              <a:rPr lang="ar-SA" sz="3600" b="1" dirty="0"/>
              <a:t>المتطلبات العامة لجمع البيانات</a:t>
            </a:r>
            <a:endParaRPr lang="en-US" sz="3600" b="1" dirty="0"/>
          </a:p>
        </p:txBody>
      </p:sp>
      <p:sp>
        <p:nvSpPr>
          <p:cNvPr id="4" name="Rectangle 3">
            <a:extLst>
              <a:ext uri="{FF2B5EF4-FFF2-40B4-BE49-F238E27FC236}">
                <a16:creationId xmlns:a16="http://schemas.microsoft.com/office/drawing/2014/main" id="{CD4A469F-E12E-FA71-0546-865C877FA7F9}"/>
              </a:ext>
            </a:extLst>
          </p:cNvPr>
          <p:cNvSpPr/>
          <p:nvPr/>
        </p:nvSpPr>
        <p:spPr>
          <a:xfrm>
            <a:off x="16550640" y="9226296"/>
            <a:ext cx="1414631" cy="7772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5" name="Picture 4" descr="A yellow and black logo&#10;&#10;Description automatically generated">
            <a:extLst>
              <a:ext uri="{FF2B5EF4-FFF2-40B4-BE49-F238E27FC236}">
                <a16:creationId xmlns:a16="http://schemas.microsoft.com/office/drawing/2014/main" id="{D5A4E4C9-99F6-2D58-8E5A-2DE82E2ADCCF}"/>
              </a:ext>
            </a:extLst>
          </p:cNvPr>
          <p:cNvPicPr>
            <a:picLocks noChangeAspect="1"/>
          </p:cNvPicPr>
          <p:nvPr/>
        </p:nvPicPr>
        <p:blipFill>
          <a:blip r:embed="rId7"/>
          <a:stretch>
            <a:fillRect/>
          </a:stretch>
        </p:blipFill>
        <p:spPr>
          <a:xfrm>
            <a:off x="17053744" y="120942"/>
            <a:ext cx="979732" cy="416386"/>
          </a:xfrm>
          <a:prstGeom prst="rect">
            <a:avLst/>
          </a:prstGeom>
        </p:spPr>
      </p:pic>
      <p:pic>
        <p:nvPicPr>
          <p:cNvPr id="6" name="Picture 2" descr="وزارة الشؤون البلدية والقروية والإسكان">
            <a:extLst>
              <a:ext uri="{FF2B5EF4-FFF2-40B4-BE49-F238E27FC236}">
                <a16:creationId xmlns:a16="http://schemas.microsoft.com/office/drawing/2014/main" id="{A213C631-8E85-72A4-6817-A8AF6186554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733707" y="42002"/>
            <a:ext cx="1999258" cy="574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6591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ext Placeholder 23">
            <a:extLst>
              <a:ext uri="{FF2B5EF4-FFF2-40B4-BE49-F238E27FC236}">
                <a16:creationId xmlns:a16="http://schemas.microsoft.com/office/drawing/2014/main" id="{3011ADC1-B052-5763-411D-18AC5E1D8F06}"/>
              </a:ext>
            </a:extLst>
          </p:cNvPr>
          <p:cNvSpPr txBox="1">
            <a:spLocks/>
          </p:cNvSpPr>
          <p:nvPr/>
        </p:nvSpPr>
        <p:spPr>
          <a:xfrm>
            <a:off x="552450" y="1199982"/>
            <a:ext cx="16435975" cy="134470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rtl="1" fontAlgn="base">
              <a:spcBef>
                <a:spcPts val="0"/>
              </a:spcBef>
              <a:spcAft>
                <a:spcPts val="0"/>
              </a:spcAft>
              <a:buFont typeface="+mj-lt"/>
              <a:buAutoNum type="arabicPeriod" startAt="5"/>
            </a:pPr>
            <a:r>
              <a:rPr lang="ar-SA" b="1" u="sng" dirty="0">
                <a:latin typeface="+mj-lt"/>
              </a:rPr>
              <a:t>تجنب ضوء الشمس على الزجاج الأمامي</a:t>
            </a:r>
            <a:r>
              <a:rPr lang="ar-AE" b="1" u="sng" dirty="0">
                <a:latin typeface="+mj-lt"/>
              </a:rPr>
              <a:t>.</a:t>
            </a:r>
            <a:endParaRPr lang="en-US" b="1" i="0" u="sng" strike="noStrike" dirty="0">
              <a:solidFill>
                <a:srgbClr val="000000"/>
              </a:solidFill>
              <a:effectLst/>
              <a:latin typeface="+mj-lt"/>
            </a:endParaRPr>
          </a:p>
          <a:p>
            <a:pPr marL="0" indent="0" algn="r">
              <a:buNone/>
            </a:pPr>
            <a:r>
              <a:rPr lang="ar-SA" sz="2800" dirty="0"/>
              <a:t>من الضروري تخطيط المسار مع الأخذ في الاعتبار الاتجاهات الأساسية والإضاءة. قم بتخطيط الطرق بحيث لا تشرق الشمس من خلال الزجاج الأمامي</a:t>
            </a:r>
            <a:endParaRPr lang="en-US" sz="2800" dirty="0"/>
          </a:p>
          <a:p>
            <a:pPr marL="0" indent="0" algn="r">
              <a:buNone/>
            </a:pPr>
            <a:r>
              <a:rPr lang="ar-SA" sz="2800" dirty="0"/>
              <a:t>على سبيل المثال، في الصباح، لا تخطط للرحلات على اؤلطرق المؤدية إلى الشرق.</a:t>
            </a:r>
            <a:endParaRPr lang="en-US" sz="2800" dirty="0"/>
          </a:p>
          <a:p>
            <a:pPr marL="0" indent="0" algn="l">
              <a:spcBef>
                <a:spcPts val="0"/>
              </a:spcBef>
              <a:spcAft>
                <a:spcPts val="0"/>
              </a:spcAft>
              <a:buNone/>
            </a:pPr>
            <a:endParaRPr lang="en-US" sz="1800" b="0" dirty="0">
              <a:effectLst/>
            </a:endParaRPr>
          </a:p>
          <a:p>
            <a:pPr marL="0" indent="0">
              <a:buNone/>
            </a:pPr>
            <a:br>
              <a:rPr lang="en-US" sz="1100" dirty="0"/>
            </a:br>
            <a:endParaRPr lang="en-US" sz="1800" b="1" i="0" u="none" strike="noStrike" dirty="0">
              <a:solidFill>
                <a:srgbClr val="000000"/>
              </a:solidFill>
              <a:effectLst/>
              <a:latin typeface="Calibri" panose="020F0502020204030204" pitchFamily="34" charset="0"/>
            </a:endParaRPr>
          </a:p>
        </p:txBody>
      </p:sp>
      <p:pic>
        <p:nvPicPr>
          <p:cNvPr id="4098" name="Picture 2">
            <a:extLst>
              <a:ext uri="{FF2B5EF4-FFF2-40B4-BE49-F238E27FC236}">
                <a16:creationId xmlns:a16="http://schemas.microsoft.com/office/drawing/2014/main" id="{05D69BD7-DB52-4EDE-5FD9-99E576A559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6816" y="3387482"/>
            <a:ext cx="13285541" cy="643861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9">
            <a:extLst>
              <a:ext uri="{FF2B5EF4-FFF2-40B4-BE49-F238E27FC236}">
                <a16:creationId xmlns:a16="http://schemas.microsoft.com/office/drawing/2014/main" id="{43CDCBE1-A9BB-77AE-6022-844A7B34F9CB}"/>
              </a:ext>
            </a:extLst>
          </p:cNvPr>
          <p:cNvSpPr txBox="1">
            <a:spLocks/>
          </p:cNvSpPr>
          <p:nvPr/>
        </p:nvSpPr>
        <p:spPr>
          <a:xfrm>
            <a:off x="4294546" y="348044"/>
            <a:ext cx="7917873" cy="876680"/>
          </a:xfrm>
          <a:prstGeom prst="rect">
            <a:avLst/>
          </a:prstGeom>
          <a:noFill/>
          <a:ln/>
        </p:spPr>
        <p:txBody>
          <a:bodyPr wrap="square" lIns="0" tIns="0" rIns="0" bIns="0" rtlCol="0" anchor="t"/>
          <a:lstStyle>
            <a:lvl1pPr algn="l" defTabSz="914400" rtl="0" eaLnBrk="1" latinLnBrk="0" hangingPunct="1">
              <a:spcBef>
                <a:spcPct val="0"/>
              </a:spcBef>
              <a:buNone/>
              <a:defRPr lang="ru-RU" sz="4425" b="0" i="0" kern="1200" dirty="0">
                <a:solidFill>
                  <a:schemeClr val="tx1"/>
                </a:solidFill>
                <a:latin typeface="Inter Medium" panose="02000503000000020004" pitchFamily="2" charset="0"/>
                <a:ea typeface="Inter Medium" panose="02000503000000020004" pitchFamily="2" charset="0"/>
                <a:cs typeface="Inter Medium" panose="02000503000000020004" pitchFamily="2" charset="0"/>
              </a:defRPr>
            </a:lvl1pPr>
          </a:lstStyle>
          <a:p>
            <a:pPr algn="ctr" rtl="1"/>
            <a:r>
              <a:rPr lang="ar-SA" sz="3600" b="1" dirty="0"/>
              <a:t>المتطلبات العامة لجمع البيانات</a:t>
            </a:r>
            <a:endParaRPr lang="en-US" sz="3600" b="1" dirty="0"/>
          </a:p>
        </p:txBody>
      </p:sp>
      <p:sp>
        <p:nvSpPr>
          <p:cNvPr id="4" name="Rectangle 3">
            <a:extLst>
              <a:ext uri="{FF2B5EF4-FFF2-40B4-BE49-F238E27FC236}">
                <a16:creationId xmlns:a16="http://schemas.microsoft.com/office/drawing/2014/main" id="{7A9CF635-C2F6-4E05-6C59-BA957FBCD274}"/>
              </a:ext>
            </a:extLst>
          </p:cNvPr>
          <p:cNvSpPr/>
          <p:nvPr/>
        </p:nvSpPr>
        <p:spPr>
          <a:xfrm>
            <a:off x="16550640" y="9226296"/>
            <a:ext cx="1414631" cy="7772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5" name="Picture 4" descr="A yellow and black logo&#10;&#10;Description automatically generated">
            <a:extLst>
              <a:ext uri="{FF2B5EF4-FFF2-40B4-BE49-F238E27FC236}">
                <a16:creationId xmlns:a16="http://schemas.microsoft.com/office/drawing/2014/main" id="{4562E919-4375-C2E1-2F5F-DE2674DB21D0}"/>
              </a:ext>
            </a:extLst>
          </p:cNvPr>
          <p:cNvPicPr>
            <a:picLocks noChangeAspect="1"/>
          </p:cNvPicPr>
          <p:nvPr/>
        </p:nvPicPr>
        <p:blipFill>
          <a:blip r:embed="rId4"/>
          <a:stretch>
            <a:fillRect/>
          </a:stretch>
        </p:blipFill>
        <p:spPr>
          <a:xfrm>
            <a:off x="17053744" y="120942"/>
            <a:ext cx="979732" cy="416386"/>
          </a:xfrm>
          <a:prstGeom prst="rect">
            <a:avLst/>
          </a:prstGeom>
        </p:spPr>
      </p:pic>
      <p:pic>
        <p:nvPicPr>
          <p:cNvPr id="6" name="Picture 2" descr="وزارة الشؤون البلدية والقروية والإسكان">
            <a:extLst>
              <a:ext uri="{FF2B5EF4-FFF2-40B4-BE49-F238E27FC236}">
                <a16:creationId xmlns:a16="http://schemas.microsoft.com/office/drawing/2014/main" id="{DF763BEC-0A2E-B6CE-BE83-DAF0019A66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33707" y="42002"/>
            <a:ext cx="1999258" cy="574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2054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ext Placeholder 23">
            <a:extLst>
              <a:ext uri="{FF2B5EF4-FFF2-40B4-BE49-F238E27FC236}">
                <a16:creationId xmlns:a16="http://schemas.microsoft.com/office/drawing/2014/main" id="{3011ADC1-B052-5763-411D-18AC5E1D8F06}"/>
              </a:ext>
            </a:extLst>
          </p:cNvPr>
          <p:cNvSpPr txBox="1">
            <a:spLocks/>
          </p:cNvSpPr>
          <p:nvPr/>
        </p:nvSpPr>
        <p:spPr>
          <a:xfrm>
            <a:off x="552450" y="1694330"/>
            <a:ext cx="16435975" cy="220531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indent="-514350" algn="r" rtl="1" fontAlgn="base">
              <a:spcBef>
                <a:spcPts val="0"/>
              </a:spcBef>
              <a:buFont typeface="+mj-lt"/>
              <a:buAutoNum type="arabicPeriod" startAt="6"/>
            </a:pPr>
            <a:r>
              <a:rPr lang="ar-SA" sz="2800" b="1" u="sng" dirty="0"/>
              <a:t>يجب تلبية السرعة المطلوبة</a:t>
            </a:r>
            <a:endParaRPr lang="en-US" sz="2800" b="1" i="0" u="sng" strike="noStrike" dirty="0">
              <a:solidFill>
                <a:srgbClr val="000000"/>
              </a:solidFill>
              <a:effectLst/>
              <a:latin typeface="Calibri" panose="020F0502020204030204" pitchFamily="34" charset="0"/>
            </a:endParaRPr>
          </a:p>
          <a:p>
            <a:pPr marL="0" indent="0" algn="r" rtl="1">
              <a:spcBef>
                <a:spcPts val="0"/>
              </a:spcBef>
              <a:buNone/>
            </a:pPr>
            <a:r>
              <a:rPr lang="en-US" sz="2800" b="0" i="0" u="none" strike="noStrike" dirty="0">
                <a:solidFill>
                  <a:srgbClr val="000000"/>
                </a:solidFill>
                <a:effectLst/>
                <a:latin typeface="Calibri" panose="020F0502020204030204" pitchFamily="34" charset="0"/>
              </a:rPr>
              <a:t>	</a:t>
            </a:r>
            <a:r>
              <a:rPr lang="ar-SA" sz="2800" dirty="0"/>
              <a:t>يجب أن يكون متوسط السرعة 30-50 كم/ساعة داخل المدينة، ولا يزيد عن 70 كم/ساعة خارج المدينة</a:t>
            </a:r>
            <a:endParaRPr lang="en-US" sz="2800" dirty="0">
              <a:solidFill>
                <a:srgbClr val="000000"/>
              </a:solidFill>
              <a:latin typeface="Calibri" panose="020F0502020204030204" pitchFamily="34" charset="0"/>
            </a:endParaRPr>
          </a:p>
          <a:p>
            <a:pPr marL="514350" indent="-514350" algn="r" rtl="1" fontAlgn="base">
              <a:spcBef>
                <a:spcPts val="0"/>
              </a:spcBef>
              <a:buFont typeface="+mj-lt"/>
              <a:buAutoNum type="arabicPeriod" startAt="7"/>
            </a:pPr>
            <a:r>
              <a:rPr lang="ar-SA" b="1" u="sng" dirty="0">
                <a:latin typeface="+mj-lt"/>
              </a:rPr>
              <a:t>حركة المرور في المسار الأيمن</a:t>
            </a:r>
            <a:endParaRPr lang="en-US" b="1" i="0" u="sng" strike="noStrike" dirty="0">
              <a:solidFill>
                <a:srgbClr val="000000"/>
              </a:solidFill>
              <a:effectLst/>
              <a:latin typeface="+mj-lt"/>
            </a:endParaRPr>
          </a:p>
          <a:p>
            <a:pPr marL="0" indent="0" algn="r" rtl="1">
              <a:spcBef>
                <a:spcPts val="0"/>
              </a:spcBef>
              <a:buNone/>
            </a:pPr>
            <a:r>
              <a:rPr lang="en-US" sz="1800" b="0" i="0" u="none" strike="noStrike" dirty="0">
                <a:solidFill>
                  <a:srgbClr val="000000"/>
                </a:solidFill>
                <a:effectLst/>
                <a:latin typeface="Calibri" panose="020F0502020204030204" pitchFamily="34" charset="0"/>
              </a:rPr>
              <a:t>	</a:t>
            </a:r>
            <a:r>
              <a:rPr lang="ar-SA" sz="2800" dirty="0"/>
              <a:t>على الطرق التي يبلغ عرضها 1-3 مسارات في اتجاه الحركة، عليك بالتحرك الى اقصى اليمين.في الطرق التي بها أكثر من 3 مسارات </a:t>
            </a:r>
            <a:r>
              <a:rPr lang="ar-AE" sz="2800" dirty="0"/>
              <a:t>	</a:t>
            </a:r>
            <a:r>
              <a:rPr lang="ar-SA" sz="2800" dirty="0"/>
              <a:t>في اتجاه حركة المرور، عليك القيادة في المسار الثاني على اليمين.</a:t>
            </a:r>
            <a:endParaRPr lang="ar-AE" sz="2800" dirty="0"/>
          </a:p>
          <a:p>
            <a:pPr marL="0" indent="0" algn="r" rtl="1">
              <a:spcBef>
                <a:spcPts val="0"/>
              </a:spcBef>
              <a:buNone/>
            </a:pPr>
            <a:r>
              <a:rPr lang="ar-SA" sz="2800" dirty="0"/>
              <a:t> </a:t>
            </a:r>
            <a:r>
              <a:rPr lang="ar-AE" sz="2800" dirty="0"/>
              <a:t>	</a:t>
            </a:r>
            <a:r>
              <a:rPr lang="ar-SA" sz="2800" dirty="0"/>
              <a:t>باستثناء: الحالات التي يكون فيها من الضروري تغيير المسار لإجراء مناورة.</a:t>
            </a:r>
            <a:endParaRPr lang="en-US" sz="2800" dirty="0"/>
          </a:p>
          <a:p>
            <a:pPr marL="0" indent="0" algn="r" rtl="1">
              <a:spcBef>
                <a:spcPts val="0"/>
              </a:spcBef>
              <a:spcAft>
                <a:spcPts val="0"/>
              </a:spcAft>
              <a:buNone/>
            </a:pPr>
            <a:br>
              <a:rPr lang="en-US" sz="2800" dirty="0"/>
            </a:br>
            <a:endParaRPr lang="en-US" sz="2800" b="1" i="0" u="none" strike="noStrike" dirty="0">
              <a:solidFill>
                <a:srgbClr val="000000"/>
              </a:solidFill>
              <a:effectLst/>
              <a:latin typeface="Calibri" panose="020F0502020204030204" pitchFamily="34" charset="0"/>
            </a:endParaRPr>
          </a:p>
        </p:txBody>
      </p:sp>
      <p:pic>
        <p:nvPicPr>
          <p:cNvPr id="5" name="Picture 4" descr="A road with a red car on it&#10;&#10;Description automatically generated">
            <a:extLst>
              <a:ext uri="{FF2B5EF4-FFF2-40B4-BE49-F238E27FC236}">
                <a16:creationId xmlns:a16="http://schemas.microsoft.com/office/drawing/2014/main" id="{D8F1F3CD-93CD-9998-4073-6E76BE5C67E3}"/>
              </a:ext>
            </a:extLst>
          </p:cNvPr>
          <p:cNvPicPr>
            <a:picLocks noChangeAspect="1"/>
          </p:cNvPicPr>
          <p:nvPr/>
        </p:nvPicPr>
        <p:blipFill>
          <a:blip r:embed="rId3"/>
          <a:stretch>
            <a:fillRect/>
          </a:stretch>
        </p:blipFill>
        <p:spPr>
          <a:xfrm>
            <a:off x="881131" y="4970425"/>
            <a:ext cx="16001553" cy="4568919"/>
          </a:xfrm>
          <a:prstGeom prst="rect">
            <a:avLst/>
          </a:prstGeom>
        </p:spPr>
      </p:pic>
      <p:sp>
        <p:nvSpPr>
          <p:cNvPr id="3" name="Title 29">
            <a:extLst>
              <a:ext uri="{FF2B5EF4-FFF2-40B4-BE49-F238E27FC236}">
                <a16:creationId xmlns:a16="http://schemas.microsoft.com/office/drawing/2014/main" id="{C4258AFA-DA23-F820-5CF6-5AFD0D0F2157}"/>
              </a:ext>
            </a:extLst>
          </p:cNvPr>
          <p:cNvSpPr txBox="1">
            <a:spLocks/>
          </p:cNvSpPr>
          <p:nvPr/>
        </p:nvSpPr>
        <p:spPr>
          <a:xfrm>
            <a:off x="4294546" y="338900"/>
            <a:ext cx="7917873" cy="876680"/>
          </a:xfrm>
          <a:prstGeom prst="rect">
            <a:avLst/>
          </a:prstGeom>
          <a:noFill/>
          <a:ln/>
        </p:spPr>
        <p:txBody>
          <a:bodyPr wrap="square" lIns="0" tIns="0" rIns="0" bIns="0" rtlCol="0" anchor="t"/>
          <a:lstStyle>
            <a:lvl1pPr algn="l" defTabSz="914400" rtl="0" eaLnBrk="1" latinLnBrk="0" hangingPunct="1">
              <a:spcBef>
                <a:spcPct val="0"/>
              </a:spcBef>
              <a:buNone/>
              <a:defRPr lang="ru-RU" sz="4425" b="0" i="0" kern="1200" dirty="0">
                <a:solidFill>
                  <a:schemeClr val="tx1"/>
                </a:solidFill>
                <a:latin typeface="Inter Medium" panose="02000503000000020004" pitchFamily="2" charset="0"/>
                <a:ea typeface="Inter Medium" panose="02000503000000020004" pitchFamily="2" charset="0"/>
                <a:cs typeface="Inter Medium" panose="02000503000000020004" pitchFamily="2" charset="0"/>
              </a:defRPr>
            </a:lvl1pPr>
          </a:lstStyle>
          <a:p>
            <a:pPr algn="ctr" rtl="1"/>
            <a:r>
              <a:rPr lang="ar-SA" sz="3600" b="1" dirty="0"/>
              <a:t>المتطلبات العامة لجمع البيانات</a:t>
            </a:r>
            <a:endParaRPr lang="en-US" sz="3600" b="1" dirty="0"/>
          </a:p>
        </p:txBody>
      </p:sp>
      <p:sp>
        <p:nvSpPr>
          <p:cNvPr id="4" name="Rectangle 3">
            <a:extLst>
              <a:ext uri="{FF2B5EF4-FFF2-40B4-BE49-F238E27FC236}">
                <a16:creationId xmlns:a16="http://schemas.microsoft.com/office/drawing/2014/main" id="{A11BDC7E-4872-515F-B816-D438B7ADFDEF}"/>
              </a:ext>
            </a:extLst>
          </p:cNvPr>
          <p:cNvSpPr/>
          <p:nvPr/>
        </p:nvSpPr>
        <p:spPr>
          <a:xfrm>
            <a:off x="16550640" y="9226296"/>
            <a:ext cx="1414631" cy="7772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6" name="Picture 5" descr="A yellow and black logo&#10;&#10;Description automatically generated">
            <a:extLst>
              <a:ext uri="{FF2B5EF4-FFF2-40B4-BE49-F238E27FC236}">
                <a16:creationId xmlns:a16="http://schemas.microsoft.com/office/drawing/2014/main" id="{CE568AB1-162C-E93D-F8A2-04CE21099279}"/>
              </a:ext>
            </a:extLst>
          </p:cNvPr>
          <p:cNvPicPr>
            <a:picLocks noChangeAspect="1"/>
          </p:cNvPicPr>
          <p:nvPr/>
        </p:nvPicPr>
        <p:blipFill>
          <a:blip r:embed="rId4"/>
          <a:stretch>
            <a:fillRect/>
          </a:stretch>
        </p:blipFill>
        <p:spPr>
          <a:xfrm>
            <a:off x="17053744" y="120942"/>
            <a:ext cx="979732" cy="416386"/>
          </a:xfrm>
          <a:prstGeom prst="rect">
            <a:avLst/>
          </a:prstGeom>
        </p:spPr>
      </p:pic>
      <p:pic>
        <p:nvPicPr>
          <p:cNvPr id="8" name="Picture 2" descr="وزارة الشؤون البلدية والقروية والإسكان">
            <a:extLst>
              <a:ext uri="{FF2B5EF4-FFF2-40B4-BE49-F238E27FC236}">
                <a16:creationId xmlns:a16="http://schemas.microsoft.com/office/drawing/2014/main" id="{9A7CCEFB-9EAD-0D6E-CBD2-6D8DA7DC63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33707" y="42002"/>
            <a:ext cx="1999258" cy="574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1871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ext Placeholder 23">
            <a:extLst>
              <a:ext uri="{FF2B5EF4-FFF2-40B4-BE49-F238E27FC236}">
                <a16:creationId xmlns:a16="http://schemas.microsoft.com/office/drawing/2014/main" id="{3011ADC1-B052-5763-411D-18AC5E1D8F06}"/>
              </a:ext>
            </a:extLst>
          </p:cNvPr>
          <p:cNvSpPr txBox="1">
            <a:spLocks/>
          </p:cNvSpPr>
          <p:nvPr/>
        </p:nvSpPr>
        <p:spPr>
          <a:xfrm>
            <a:off x="552450" y="1694329"/>
            <a:ext cx="16435975" cy="2151529"/>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indent="-514350" algn="r" rtl="1" fontAlgn="base">
              <a:spcBef>
                <a:spcPts val="0"/>
              </a:spcBef>
              <a:buFont typeface="+mj-lt"/>
              <a:buAutoNum type="arabicPeriod" startAt="8"/>
            </a:pPr>
            <a:r>
              <a:rPr lang="ar-SA" b="1" u="sng" dirty="0"/>
              <a:t>يمنع القيادة خلف المركبات الكبيرة</a:t>
            </a:r>
            <a:endParaRPr lang="ar-AE" b="1" u="sng" dirty="0"/>
          </a:p>
          <a:p>
            <a:pPr marL="0" indent="0" algn="r" rtl="1" fontAlgn="base">
              <a:spcBef>
                <a:spcPts val="0"/>
              </a:spcBef>
              <a:buNone/>
            </a:pPr>
            <a:r>
              <a:rPr lang="en-US" sz="2800" b="0" i="0" u="none" strike="noStrike" dirty="0">
                <a:solidFill>
                  <a:srgbClr val="000000"/>
                </a:solidFill>
                <a:effectLst/>
                <a:latin typeface="Calibri" panose="020F0502020204030204" pitchFamily="34" charset="0"/>
              </a:rPr>
              <a:t>	</a:t>
            </a:r>
            <a:r>
              <a:rPr lang="ar-SA" sz="2800" dirty="0"/>
              <a:t>يمنع القيادة بالقرب من المركبات الكبيرة، لأنه في هذه الحالة لن تكون الأشياء القابلة للتحصيل مرئية. إذا كانت غازات عادم السيارات المجاورة تضعف الرؤية فمن الضروري زيادة المسافة حتى تتحقق الرؤية الواضحة.</a:t>
            </a:r>
            <a:r>
              <a:rPr lang="en-US" sz="2800" b="0" i="0" u="none" strike="noStrike" dirty="0">
                <a:solidFill>
                  <a:srgbClr val="000000"/>
                </a:solidFill>
                <a:effectLst/>
                <a:latin typeface="Calibri" panose="020F0502020204030204" pitchFamily="34" charset="0"/>
              </a:rPr>
              <a:t>.</a:t>
            </a:r>
          </a:p>
          <a:p>
            <a:pPr marL="514350" indent="-514350" algn="r" rtl="1" fontAlgn="base">
              <a:spcBef>
                <a:spcPts val="0"/>
              </a:spcBef>
              <a:buFont typeface="+mj-lt"/>
              <a:buAutoNum type="arabicPeriod" startAt="9"/>
            </a:pPr>
            <a:r>
              <a:rPr lang="ar-SA" b="1" u="sng" dirty="0"/>
              <a:t>يمنع تجاوز المركبات الكبيرة</a:t>
            </a:r>
            <a:endParaRPr lang="en-US" b="1" i="0" u="sng" strike="noStrike" dirty="0">
              <a:solidFill>
                <a:srgbClr val="000000"/>
              </a:solidFill>
              <a:effectLst/>
              <a:latin typeface="Calibri" panose="020F0502020204030204" pitchFamily="34" charset="0"/>
            </a:endParaRPr>
          </a:p>
          <a:p>
            <a:pPr marL="0" indent="0" algn="r" rtl="1">
              <a:spcBef>
                <a:spcPts val="0"/>
              </a:spcBef>
              <a:buNone/>
            </a:pPr>
            <a:r>
              <a:rPr lang="en-US" sz="2800" b="0" i="0" u="none" strike="noStrike" dirty="0">
                <a:solidFill>
                  <a:srgbClr val="000000"/>
                </a:solidFill>
                <a:effectLst/>
                <a:latin typeface="Calibri" panose="020F0502020204030204" pitchFamily="34" charset="0"/>
              </a:rPr>
              <a:t>	</a:t>
            </a:r>
            <a:r>
              <a:rPr lang="ar-SA" sz="2800" dirty="0"/>
              <a:t>أثناء القيادة، يُمنع تجاوز المركبات الكبيرة، حيث يوجد خطر فقدان الأشياء الموجودة على اليمين. يُسمح بالتجاوز في المناطق التي لا </a:t>
            </a:r>
            <a:r>
              <a:rPr lang="ar-AE" sz="2800" dirty="0"/>
              <a:t>	</a:t>
            </a:r>
            <a:r>
              <a:rPr lang="ar-SA" sz="2800" dirty="0"/>
              <a:t>تحتوي على أشياء قابلة للتحصيل.</a:t>
            </a:r>
            <a:endParaRPr lang="en-US" sz="2800" b="0" dirty="0">
              <a:effectLst/>
            </a:endParaRPr>
          </a:p>
          <a:p>
            <a:pPr marL="0" indent="0">
              <a:buNone/>
            </a:pPr>
            <a:br>
              <a:rPr lang="en-US" sz="1100" dirty="0"/>
            </a:br>
            <a:br>
              <a:rPr lang="en-US" sz="1100" dirty="0"/>
            </a:br>
            <a:endParaRPr lang="en-US" sz="1800" b="1" i="0" u="none" strike="noStrike" dirty="0">
              <a:solidFill>
                <a:srgbClr val="000000"/>
              </a:solidFill>
              <a:effectLst/>
              <a:latin typeface="Calibri" panose="020F0502020204030204" pitchFamily="34" charset="0"/>
            </a:endParaRPr>
          </a:p>
        </p:txBody>
      </p:sp>
      <p:pic>
        <p:nvPicPr>
          <p:cNvPr id="3" name="Picture 2">
            <a:extLst>
              <a:ext uri="{FF2B5EF4-FFF2-40B4-BE49-F238E27FC236}">
                <a16:creationId xmlns:a16="http://schemas.microsoft.com/office/drawing/2014/main" id="{DD2DA139-5C5C-F373-F73E-8925316D88C6}"/>
              </a:ext>
            </a:extLst>
          </p:cNvPr>
          <p:cNvPicPr>
            <a:picLocks noChangeAspect="1"/>
          </p:cNvPicPr>
          <p:nvPr/>
        </p:nvPicPr>
        <p:blipFill>
          <a:blip r:embed="rId3"/>
          <a:stretch>
            <a:fillRect/>
          </a:stretch>
        </p:blipFill>
        <p:spPr>
          <a:xfrm>
            <a:off x="3443668" y="4690960"/>
            <a:ext cx="10244216" cy="5434116"/>
          </a:xfrm>
          <a:prstGeom prst="rect">
            <a:avLst/>
          </a:prstGeom>
        </p:spPr>
      </p:pic>
      <p:sp>
        <p:nvSpPr>
          <p:cNvPr id="2" name="Title 29">
            <a:extLst>
              <a:ext uri="{FF2B5EF4-FFF2-40B4-BE49-F238E27FC236}">
                <a16:creationId xmlns:a16="http://schemas.microsoft.com/office/drawing/2014/main" id="{1DC27709-8932-2711-8E1C-9964F5396796}"/>
              </a:ext>
            </a:extLst>
          </p:cNvPr>
          <p:cNvSpPr txBox="1">
            <a:spLocks/>
          </p:cNvSpPr>
          <p:nvPr/>
        </p:nvSpPr>
        <p:spPr>
          <a:xfrm>
            <a:off x="4294546" y="338900"/>
            <a:ext cx="7917873" cy="876680"/>
          </a:xfrm>
          <a:prstGeom prst="rect">
            <a:avLst/>
          </a:prstGeom>
          <a:noFill/>
          <a:ln/>
        </p:spPr>
        <p:txBody>
          <a:bodyPr wrap="square" lIns="0" tIns="0" rIns="0" bIns="0" rtlCol="0" anchor="t"/>
          <a:lstStyle>
            <a:lvl1pPr algn="l" defTabSz="914400" rtl="0" eaLnBrk="1" latinLnBrk="0" hangingPunct="1">
              <a:spcBef>
                <a:spcPct val="0"/>
              </a:spcBef>
              <a:buNone/>
              <a:defRPr lang="ru-RU" sz="4425" b="0" i="0" kern="1200" dirty="0">
                <a:solidFill>
                  <a:schemeClr val="tx1"/>
                </a:solidFill>
                <a:latin typeface="Inter Medium" panose="02000503000000020004" pitchFamily="2" charset="0"/>
                <a:ea typeface="Inter Medium" panose="02000503000000020004" pitchFamily="2" charset="0"/>
                <a:cs typeface="Inter Medium" panose="02000503000000020004" pitchFamily="2" charset="0"/>
              </a:defRPr>
            </a:lvl1pPr>
          </a:lstStyle>
          <a:p>
            <a:pPr algn="ctr" rtl="1"/>
            <a:r>
              <a:rPr lang="ar-SA" sz="3600" b="1" dirty="0"/>
              <a:t>المتطلبات العامة لجمع البيانات</a:t>
            </a:r>
            <a:endParaRPr lang="en-US" sz="3600" b="1" dirty="0"/>
          </a:p>
        </p:txBody>
      </p:sp>
      <p:sp>
        <p:nvSpPr>
          <p:cNvPr id="4" name="Rectangle 3">
            <a:extLst>
              <a:ext uri="{FF2B5EF4-FFF2-40B4-BE49-F238E27FC236}">
                <a16:creationId xmlns:a16="http://schemas.microsoft.com/office/drawing/2014/main" id="{A00F67E3-2883-5390-6E14-FB3F4FC55598}"/>
              </a:ext>
            </a:extLst>
          </p:cNvPr>
          <p:cNvSpPr/>
          <p:nvPr/>
        </p:nvSpPr>
        <p:spPr>
          <a:xfrm>
            <a:off x="16550640" y="9226296"/>
            <a:ext cx="1414631" cy="7772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5" name="Picture 4" descr="A yellow and black logo&#10;&#10;Description automatically generated">
            <a:extLst>
              <a:ext uri="{FF2B5EF4-FFF2-40B4-BE49-F238E27FC236}">
                <a16:creationId xmlns:a16="http://schemas.microsoft.com/office/drawing/2014/main" id="{AFDF8217-C99E-02D8-F38C-6E58FBD93818}"/>
              </a:ext>
            </a:extLst>
          </p:cNvPr>
          <p:cNvPicPr>
            <a:picLocks noChangeAspect="1"/>
          </p:cNvPicPr>
          <p:nvPr/>
        </p:nvPicPr>
        <p:blipFill>
          <a:blip r:embed="rId4"/>
          <a:stretch>
            <a:fillRect/>
          </a:stretch>
        </p:blipFill>
        <p:spPr>
          <a:xfrm>
            <a:off x="17053744" y="120942"/>
            <a:ext cx="979732" cy="416386"/>
          </a:xfrm>
          <a:prstGeom prst="rect">
            <a:avLst/>
          </a:prstGeom>
        </p:spPr>
      </p:pic>
      <p:pic>
        <p:nvPicPr>
          <p:cNvPr id="6" name="Picture 2" descr="وزارة الشؤون البلدية والقروية والإسكان">
            <a:extLst>
              <a:ext uri="{FF2B5EF4-FFF2-40B4-BE49-F238E27FC236}">
                <a16:creationId xmlns:a16="http://schemas.microsoft.com/office/drawing/2014/main" id="{98EAE56C-7A08-14ED-DE7A-DD45B1238F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33707" y="42002"/>
            <a:ext cx="1999258" cy="574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121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Image 10" descr="preencoded.png">
            <a:extLst>
              <a:ext uri="{FF2B5EF4-FFF2-40B4-BE49-F238E27FC236}">
                <a16:creationId xmlns:a16="http://schemas.microsoft.com/office/drawing/2014/main" id="{205B1141-C308-C03A-D9F1-34BD61600A29}"/>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6318057" y="9153525"/>
            <a:ext cx="1781175" cy="971550"/>
          </a:xfrm>
          <a:prstGeom prst="rect">
            <a:avLst/>
          </a:prstGeom>
        </p:spPr>
      </p:pic>
      <p:sp>
        <p:nvSpPr>
          <p:cNvPr id="13" name="Text Placeholder 23">
            <a:extLst>
              <a:ext uri="{FF2B5EF4-FFF2-40B4-BE49-F238E27FC236}">
                <a16:creationId xmlns:a16="http://schemas.microsoft.com/office/drawing/2014/main" id="{3011ADC1-B052-5763-411D-18AC5E1D8F06}"/>
              </a:ext>
            </a:extLst>
          </p:cNvPr>
          <p:cNvSpPr txBox="1">
            <a:spLocks/>
          </p:cNvSpPr>
          <p:nvPr/>
        </p:nvSpPr>
        <p:spPr>
          <a:xfrm>
            <a:off x="552450" y="1703474"/>
            <a:ext cx="16435975" cy="121023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indent="-514350" algn="r" rtl="1" fontAlgn="base">
              <a:spcBef>
                <a:spcPts val="0"/>
              </a:spcBef>
              <a:buFont typeface="+mj-lt"/>
              <a:buAutoNum type="arabicPeriod" startAt="10"/>
            </a:pPr>
            <a:r>
              <a:rPr lang="ar-SA" b="1" dirty="0"/>
              <a:t>حامل الهاتف</a:t>
            </a:r>
            <a:endParaRPr lang="ar-AE" b="1" dirty="0"/>
          </a:p>
          <a:p>
            <a:pPr marL="0" indent="0" algn="r" rtl="1" fontAlgn="base">
              <a:spcBef>
                <a:spcPts val="0"/>
              </a:spcBef>
              <a:buNone/>
            </a:pPr>
            <a:r>
              <a:rPr lang="en-US" sz="2800" b="0" i="0" u="none" strike="noStrike" dirty="0">
                <a:solidFill>
                  <a:srgbClr val="000000"/>
                </a:solidFill>
                <a:effectLst/>
                <a:latin typeface="Calibri" panose="020F0502020204030204" pitchFamily="34" charset="0"/>
              </a:rPr>
              <a:t>	</a:t>
            </a:r>
            <a:r>
              <a:rPr lang="ar-SA" sz="2800" dirty="0"/>
              <a:t>من المهم جدًا اختيار </a:t>
            </a:r>
            <a:r>
              <a:rPr lang="ar-AE" sz="2800" dirty="0"/>
              <a:t>قاعدة </a:t>
            </a:r>
            <a:r>
              <a:rPr lang="ar-SA" sz="2800" dirty="0"/>
              <a:t>الأكثر صلابة مع</a:t>
            </a:r>
            <a:r>
              <a:rPr lang="ar-AE" sz="2800" dirty="0"/>
              <a:t> الساق القصيرة و</a:t>
            </a:r>
            <a:r>
              <a:rPr lang="ar-SA" sz="2800" dirty="0"/>
              <a:t> الحد الأدنى </a:t>
            </a:r>
            <a:r>
              <a:rPr lang="ar-AE" sz="2800" dirty="0"/>
              <a:t>من عدد </a:t>
            </a:r>
            <a:r>
              <a:rPr lang="ar-SA" sz="2800" dirty="0"/>
              <a:t>التوصيلات. تؤدي التوصيلات أو طول الحامل </a:t>
            </a:r>
            <a:r>
              <a:rPr lang="ar-AE" sz="2800" dirty="0"/>
              <a:t>	</a:t>
            </a:r>
            <a:r>
              <a:rPr lang="ar-SA" sz="2800" dirty="0"/>
              <a:t>الإضافي إلى حدوث اهتزازات على الطرق غير المستوية، مما يؤثر بشكل كبير على جودة التصوير.</a:t>
            </a:r>
            <a:endParaRPr lang="en-US" sz="2800" dirty="0"/>
          </a:p>
          <a:p>
            <a:pPr marL="0" indent="0" algn="r" rtl="1" fontAlgn="base">
              <a:spcBef>
                <a:spcPts val="0"/>
              </a:spcBef>
              <a:buNone/>
            </a:pPr>
            <a:br>
              <a:rPr lang="en-US" sz="1100" dirty="0"/>
            </a:br>
            <a:endParaRPr lang="en-US" sz="1800" b="1" i="0" u="none" strike="noStrike" dirty="0">
              <a:solidFill>
                <a:srgbClr val="000000"/>
              </a:solidFill>
              <a:effectLst/>
              <a:latin typeface="Calibri" panose="020F0502020204030204" pitchFamily="34" charset="0"/>
            </a:endParaRPr>
          </a:p>
        </p:txBody>
      </p:sp>
      <p:sp>
        <p:nvSpPr>
          <p:cNvPr id="2" name="AutoShape 2">
            <a:extLst>
              <a:ext uri="{FF2B5EF4-FFF2-40B4-BE49-F238E27FC236}">
                <a16:creationId xmlns:a16="http://schemas.microsoft.com/office/drawing/2014/main" id="{ADB27651-6414-683F-ABD4-80E5F961A623}"/>
              </a:ext>
            </a:extLst>
          </p:cNvPr>
          <p:cNvSpPr>
            <a:spLocks noChangeAspect="1" noChangeArrowheads="1"/>
          </p:cNvSpPr>
          <p:nvPr/>
        </p:nvSpPr>
        <p:spPr bwMode="auto">
          <a:xfrm>
            <a:off x="7119938" y="3871913"/>
            <a:ext cx="4048125" cy="25431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5" name="AutoShape 4">
            <a:extLst>
              <a:ext uri="{FF2B5EF4-FFF2-40B4-BE49-F238E27FC236}">
                <a16:creationId xmlns:a16="http://schemas.microsoft.com/office/drawing/2014/main" id="{8923DF82-DFEB-63D1-E177-CAD92E43056F}"/>
              </a:ext>
            </a:extLst>
          </p:cNvPr>
          <p:cNvSpPr>
            <a:spLocks noChangeAspect="1" noChangeArrowheads="1"/>
          </p:cNvSpPr>
          <p:nvPr/>
        </p:nvSpPr>
        <p:spPr bwMode="auto">
          <a:xfrm>
            <a:off x="7272338" y="4024313"/>
            <a:ext cx="4048125" cy="25431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8" name="Picture 7">
            <a:extLst>
              <a:ext uri="{FF2B5EF4-FFF2-40B4-BE49-F238E27FC236}">
                <a16:creationId xmlns:a16="http://schemas.microsoft.com/office/drawing/2014/main" id="{9821E83D-FAB5-B26E-B28D-F6E7971ADD2A}"/>
              </a:ext>
            </a:extLst>
          </p:cNvPr>
          <p:cNvPicPr>
            <a:picLocks noChangeAspect="1"/>
          </p:cNvPicPr>
          <p:nvPr/>
        </p:nvPicPr>
        <p:blipFill>
          <a:blip r:embed="rId5"/>
          <a:stretch>
            <a:fillRect/>
          </a:stretch>
        </p:blipFill>
        <p:spPr>
          <a:xfrm>
            <a:off x="3513337" y="3871913"/>
            <a:ext cx="10514200" cy="6378745"/>
          </a:xfrm>
          <a:prstGeom prst="rect">
            <a:avLst/>
          </a:prstGeom>
        </p:spPr>
      </p:pic>
      <p:sp>
        <p:nvSpPr>
          <p:cNvPr id="3" name="Title 29">
            <a:extLst>
              <a:ext uri="{FF2B5EF4-FFF2-40B4-BE49-F238E27FC236}">
                <a16:creationId xmlns:a16="http://schemas.microsoft.com/office/drawing/2014/main" id="{D7AE3608-6883-7BC2-4605-2B7955EA65AD}"/>
              </a:ext>
            </a:extLst>
          </p:cNvPr>
          <p:cNvSpPr txBox="1">
            <a:spLocks/>
          </p:cNvSpPr>
          <p:nvPr/>
        </p:nvSpPr>
        <p:spPr>
          <a:xfrm>
            <a:off x="4294546" y="348044"/>
            <a:ext cx="7917873" cy="876680"/>
          </a:xfrm>
          <a:prstGeom prst="rect">
            <a:avLst/>
          </a:prstGeom>
          <a:noFill/>
          <a:ln/>
        </p:spPr>
        <p:txBody>
          <a:bodyPr wrap="square" lIns="0" tIns="0" rIns="0" bIns="0" rtlCol="0" anchor="t"/>
          <a:lstStyle>
            <a:lvl1pPr algn="l" defTabSz="914400" rtl="0" eaLnBrk="1" latinLnBrk="0" hangingPunct="1">
              <a:spcBef>
                <a:spcPct val="0"/>
              </a:spcBef>
              <a:buNone/>
              <a:defRPr lang="ru-RU" sz="4425" b="0" i="0" kern="1200" dirty="0">
                <a:solidFill>
                  <a:schemeClr val="tx1"/>
                </a:solidFill>
                <a:latin typeface="Inter Medium" panose="02000503000000020004" pitchFamily="2" charset="0"/>
                <a:ea typeface="Inter Medium" panose="02000503000000020004" pitchFamily="2" charset="0"/>
                <a:cs typeface="Inter Medium" panose="02000503000000020004" pitchFamily="2" charset="0"/>
              </a:defRPr>
            </a:lvl1pPr>
          </a:lstStyle>
          <a:p>
            <a:pPr algn="ctr" rtl="1"/>
            <a:r>
              <a:rPr lang="ar-SA" sz="3600" b="1" dirty="0"/>
              <a:t>المتطلبات العامة لجمع البيانات</a:t>
            </a:r>
            <a:endParaRPr lang="en-US" sz="3600" b="1" dirty="0"/>
          </a:p>
        </p:txBody>
      </p:sp>
      <p:sp>
        <p:nvSpPr>
          <p:cNvPr id="4" name="Rectangle 3">
            <a:extLst>
              <a:ext uri="{FF2B5EF4-FFF2-40B4-BE49-F238E27FC236}">
                <a16:creationId xmlns:a16="http://schemas.microsoft.com/office/drawing/2014/main" id="{A9FC6DE8-F68F-E3CA-033E-81F667503115}"/>
              </a:ext>
            </a:extLst>
          </p:cNvPr>
          <p:cNvSpPr/>
          <p:nvPr/>
        </p:nvSpPr>
        <p:spPr>
          <a:xfrm>
            <a:off x="16550640" y="9226296"/>
            <a:ext cx="1414631" cy="7772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6" name="Picture 5" descr="A yellow and black logo&#10;&#10;Description automatically generated">
            <a:extLst>
              <a:ext uri="{FF2B5EF4-FFF2-40B4-BE49-F238E27FC236}">
                <a16:creationId xmlns:a16="http://schemas.microsoft.com/office/drawing/2014/main" id="{96A8BF1F-50F9-5D0E-38B7-612683FADBB6}"/>
              </a:ext>
            </a:extLst>
          </p:cNvPr>
          <p:cNvPicPr>
            <a:picLocks noChangeAspect="1"/>
          </p:cNvPicPr>
          <p:nvPr/>
        </p:nvPicPr>
        <p:blipFill>
          <a:blip r:embed="rId6"/>
          <a:stretch>
            <a:fillRect/>
          </a:stretch>
        </p:blipFill>
        <p:spPr>
          <a:xfrm>
            <a:off x="17053744" y="120942"/>
            <a:ext cx="979732" cy="416386"/>
          </a:xfrm>
          <a:prstGeom prst="rect">
            <a:avLst/>
          </a:prstGeom>
        </p:spPr>
      </p:pic>
      <p:pic>
        <p:nvPicPr>
          <p:cNvPr id="10" name="Picture 2" descr="وزارة الشؤون البلدية والقروية والإسكان">
            <a:extLst>
              <a:ext uri="{FF2B5EF4-FFF2-40B4-BE49-F238E27FC236}">
                <a16:creationId xmlns:a16="http://schemas.microsoft.com/office/drawing/2014/main" id="{CB36BA42-E45A-C247-9518-893446FBC52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733707" y="42002"/>
            <a:ext cx="1999258" cy="574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4647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ext Placeholder 23">
            <a:extLst>
              <a:ext uri="{FF2B5EF4-FFF2-40B4-BE49-F238E27FC236}">
                <a16:creationId xmlns:a16="http://schemas.microsoft.com/office/drawing/2014/main" id="{3011ADC1-B052-5763-411D-18AC5E1D8F06}"/>
              </a:ext>
            </a:extLst>
          </p:cNvPr>
          <p:cNvSpPr txBox="1">
            <a:spLocks/>
          </p:cNvSpPr>
          <p:nvPr/>
        </p:nvSpPr>
        <p:spPr>
          <a:xfrm>
            <a:off x="552450" y="1694330"/>
            <a:ext cx="16435975" cy="121023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indent="-514350" algn="r" rtl="1">
              <a:spcBef>
                <a:spcPts val="0"/>
              </a:spcBef>
              <a:buFont typeface="+mj-lt"/>
              <a:buAutoNum type="arabicPeriod" startAt="11"/>
            </a:pPr>
            <a:r>
              <a:rPr lang="ar-SA" b="1" u="sng" dirty="0"/>
              <a:t>عند التسجيل من الهاتف، من المهم الانتباه إلى عدة أشياء </a:t>
            </a:r>
            <a:r>
              <a:rPr lang="en-US" b="1" i="0" u="sng" strike="noStrike" dirty="0">
                <a:solidFill>
                  <a:srgbClr val="000000"/>
                </a:solidFill>
                <a:effectLst/>
                <a:latin typeface="Calibri" panose="020F0502020204030204" pitchFamily="34" charset="0"/>
              </a:rPr>
              <a:t>:</a:t>
            </a:r>
            <a:endParaRPr lang="en-US" b="1" u="sng" dirty="0">
              <a:effectLst/>
            </a:endParaRPr>
          </a:p>
          <a:p>
            <a:pPr marL="0" indent="0" algn="r" rtl="1" fontAlgn="base">
              <a:spcBef>
                <a:spcPts val="0"/>
              </a:spcBef>
              <a:spcAft>
                <a:spcPts val="0"/>
              </a:spcAft>
              <a:buNone/>
            </a:pPr>
            <a:r>
              <a:rPr lang="en-US" sz="1800" b="0" i="0" u="none" strike="noStrike" dirty="0">
                <a:solidFill>
                  <a:srgbClr val="000000"/>
                </a:solidFill>
                <a:effectLst/>
                <a:latin typeface="Calibri" panose="020F0502020204030204" pitchFamily="34" charset="0"/>
              </a:rPr>
              <a:t>	</a:t>
            </a:r>
            <a:r>
              <a:rPr lang="ar-AE" sz="2800" b="0" i="0" u="none" strike="noStrike" dirty="0">
                <a:solidFill>
                  <a:srgbClr val="000000"/>
                </a:solidFill>
                <a:effectLst/>
                <a:latin typeface="Calibri" panose="020F0502020204030204" pitchFamily="34" charset="0"/>
              </a:rPr>
              <a:t>يجب أن يكون الحامل صلبا قدر الإمكان حيث تؤدي الاهتزازات الى اطارات ضبابية.</a:t>
            </a:r>
            <a:endParaRPr lang="en-US" sz="2800" b="0" i="0" u="none" strike="noStrike" dirty="0">
              <a:solidFill>
                <a:srgbClr val="000000"/>
              </a:solidFill>
              <a:effectLst/>
              <a:latin typeface="Calibri" panose="020F0502020204030204" pitchFamily="34" charset="0"/>
            </a:endParaRPr>
          </a:p>
          <a:p>
            <a:pPr marL="0" indent="0" algn="r" rtl="1" fontAlgn="base">
              <a:spcBef>
                <a:spcPts val="0"/>
              </a:spcBef>
              <a:spcAft>
                <a:spcPts val="0"/>
              </a:spcAft>
              <a:buNone/>
            </a:pPr>
            <a:r>
              <a:rPr lang="en-US" sz="2800" b="0" i="0" u="none" strike="noStrike" dirty="0">
                <a:solidFill>
                  <a:srgbClr val="000000"/>
                </a:solidFill>
                <a:effectLst/>
                <a:latin typeface="Calibri" panose="020F0502020204030204" pitchFamily="34" charset="0"/>
              </a:rPr>
              <a:t>	</a:t>
            </a:r>
            <a:r>
              <a:rPr lang="ar-AE" sz="2800" b="0" i="0" u="none" strike="noStrike" dirty="0">
                <a:solidFill>
                  <a:srgbClr val="000000"/>
                </a:solidFill>
                <a:effectLst/>
                <a:latin typeface="Calibri" panose="020F0502020204030204" pitchFamily="34" charset="0"/>
              </a:rPr>
              <a:t>ي</a:t>
            </a:r>
            <a:r>
              <a:rPr lang="ar-SA" sz="2800" dirty="0"/>
              <a:t>فرغ شحن البطارية سريعًا في وضع التصوير، لذا عليك إبقائه قيد الشحن</a:t>
            </a:r>
            <a:r>
              <a:rPr lang="ar-AE" sz="2800" dirty="0">
                <a:solidFill>
                  <a:srgbClr val="000000"/>
                </a:solidFill>
                <a:latin typeface="Calibri" panose="020F0502020204030204" pitchFamily="34" charset="0"/>
              </a:rPr>
              <a:t> اذا كانت الحرارة ليست عالية</a:t>
            </a:r>
            <a:endParaRPr lang="en-US" sz="2800" b="0" i="0" u="none" strike="noStrike" dirty="0">
              <a:solidFill>
                <a:srgbClr val="000000"/>
              </a:solidFill>
              <a:effectLst/>
              <a:latin typeface="Calibri" panose="020F0502020204030204" pitchFamily="34" charset="0"/>
            </a:endParaRPr>
          </a:p>
          <a:p>
            <a:pPr marL="0" indent="0" algn="r" rtl="1">
              <a:spcBef>
                <a:spcPts val="0"/>
              </a:spcBef>
              <a:spcAft>
                <a:spcPts val="0"/>
              </a:spcAft>
              <a:buNone/>
            </a:pPr>
            <a:r>
              <a:rPr lang="en-US" sz="2800" b="0" i="0" u="none" strike="noStrike" dirty="0">
                <a:solidFill>
                  <a:srgbClr val="000000"/>
                </a:solidFill>
                <a:effectLst/>
                <a:latin typeface="Calibri" panose="020F0502020204030204" pitchFamily="34" charset="0"/>
              </a:rPr>
              <a:t>	</a:t>
            </a:r>
            <a:r>
              <a:rPr lang="ar-SA" sz="2800" dirty="0"/>
              <a:t>يجب ألا يكون حامل الهاتف مرئيًا في الإطار (أو بحد الادنى</a:t>
            </a:r>
            <a:r>
              <a:rPr lang="ar-AE" sz="2800" dirty="0"/>
              <a:t>):</a:t>
            </a:r>
            <a:br>
              <a:rPr lang="en-US" sz="2800" dirty="0"/>
            </a:br>
            <a:endParaRPr lang="en-US" sz="2800" b="0" i="0" u="none" strike="noStrike" dirty="0">
              <a:solidFill>
                <a:srgbClr val="000000"/>
              </a:solidFill>
              <a:effectLst/>
              <a:latin typeface="Calibri" panose="020F0502020204030204" pitchFamily="34" charset="0"/>
            </a:endParaRPr>
          </a:p>
          <a:p>
            <a:pPr marL="0" indent="0" rtl="0" fontAlgn="base">
              <a:spcBef>
                <a:spcPts val="0"/>
              </a:spcBef>
              <a:spcAft>
                <a:spcPts val="0"/>
              </a:spcAft>
              <a:buNone/>
            </a:pPr>
            <a:r>
              <a:rPr lang="en-US" sz="1800" dirty="0">
                <a:solidFill>
                  <a:srgbClr val="000000"/>
                </a:solidFill>
                <a:latin typeface="Calibri" panose="020F0502020204030204" pitchFamily="34" charset="0"/>
              </a:rPr>
              <a:t>	</a:t>
            </a:r>
            <a:endParaRPr lang="en-US" sz="1800" b="0" i="0" u="none" strike="noStrike" dirty="0">
              <a:solidFill>
                <a:srgbClr val="000000"/>
              </a:solidFill>
              <a:effectLst/>
              <a:latin typeface="Calibri" panose="020F0502020204030204" pitchFamily="34" charset="0"/>
            </a:endParaRPr>
          </a:p>
          <a:p>
            <a:pPr marL="0" indent="0" rtl="0" fontAlgn="base">
              <a:spcBef>
                <a:spcPts val="0"/>
              </a:spcBef>
              <a:spcAft>
                <a:spcPts val="0"/>
              </a:spcAft>
              <a:buNone/>
            </a:pPr>
            <a:br>
              <a:rPr lang="en-US" sz="1100" dirty="0"/>
            </a:br>
            <a:endParaRPr lang="en-US" sz="1800" b="1" i="0" u="none" strike="noStrike" dirty="0">
              <a:solidFill>
                <a:srgbClr val="000000"/>
              </a:solidFill>
              <a:effectLst/>
              <a:latin typeface="Calibri" panose="020F0502020204030204" pitchFamily="34" charset="0"/>
            </a:endParaRPr>
          </a:p>
        </p:txBody>
      </p:sp>
      <p:sp>
        <p:nvSpPr>
          <p:cNvPr id="2" name="AutoShape 2">
            <a:extLst>
              <a:ext uri="{FF2B5EF4-FFF2-40B4-BE49-F238E27FC236}">
                <a16:creationId xmlns:a16="http://schemas.microsoft.com/office/drawing/2014/main" id="{ADB27651-6414-683F-ABD4-80E5F961A623}"/>
              </a:ext>
            </a:extLst>
          </p:cNvPr>
          <p:cNvSpPr>
            <a:spLocks noChangeAspect="1" noChangeArrowheads="1"/>
          </p:cNvSpPr>
          <p:nvPr/>
        </p:nvSpPr>
        <p:spPr bwMode="auto">
          <a:xfrm>
            <a:off x="7119938" y="3871913"/>
            <a:ext cx="4048125" cy="25431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5" name="AutoShape 4">
            <a:extLst>
              <a:ext uri="{FF2B5EF4-FFF2-40B4-BE49-F238E27FC236}">
                <a16:creationId xmlns:a16="http://schemas.microsoft.com/office/drawing/2014/main" id="{8923DF82-DFEB-63D1-E177-CAD92E43056F}"/>
              </a:ext>
            </a:extLst>
          </p:cNvPr>
          <p:cNvSpPr>
            <a:spLocks noChangeAspect="1" noChangeArrowheads="1"/>
          </p:cNvSpPr>
          <p:nvPr/>
        </p:nvSpPr>
        <p:spPr bwMode="auto">
          <a:xfrm>
            <a:off x="7272338" y="4024313"/>
            <a:ext cx="4048125" cy="25431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3" name="AutoShape 2">
            <a:extLst>
              <a:ext uri="{FF2B5EF4-FFF2-40B4-BE49-F238E27FC236}">
                <a16:creationId xmlns:a16="http://schemas.microsoft.com/office/drawing/2014/main" id="{30A760D3-157F-2484-3BDB-4BCA72A4DC89}"/>
              </a:ext>
            </a:extLst>
          </p:cNvPr>
          <p:cNvSpPr>
            <a:spLocks noChangeAspect="1" noChangeArrowheads="1"/>
          </p:cNvSpPr>
          <p:nvPr/>
        </p:nvSpPr>
        <p:spPr bwMode="auto">
          <a:xfrm>
            <a:off x="6605588" y="3895725"/>
            <a:ext cx="5076825" cy="24955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9" name="Picture 8">
            <a:extLst>
              <a:ext uri="{FF2B5EF4-FFF2-40B4-BE49-F238E27FC236}">
                <a16:creationId xmlns:a16="http://schemas.microsoft.com/office/drawing/2014/main" id="{E61B825A-8B4C-44B6-CE14-5884DFFF9CF7}"/>
              </a:ext>
            </a:extLst>
          </p:cNvPr>
          <p:cNvPicPr>
            <a:picLocks noChangeAspect="1"/>
          </p:cNvPicPr>
          <p:nvPr/>
        </p:nvPicPr>
        <p:blipFill>
          <a:blip r:embed="rId3"/>
          <a:stretch>
            <a:fillRect/>
          </a:stretch>
        </p:blipFill>
        <p:spPr>
          <a:xfrm>
            <a:off x="280579" y="4487822"/>
            <a:ext cx="9752837" cy="4586881"/>
          </a:xfrm>
          <a:prstGeom prst="rect">
            <a:avLst/>
          </a:prstGeom>
        </p:spPr>
      </p:pic>
      <p:sp>
        <p:nvSpPr>
          <p:cNvPr id="4" name="Title 29">
            <a:extLst>
              <a:ext uri="{FF2B5EF4-FFF2-40B4-BE49-F238E27FC236}">
                <a16:creationId xmlns:a16="http://schemas.microsoft.com/office/drawing/2014/main" id="{58D431EB-907E-6444-8DC0-226A5514EED5}"/>
              </a:ext>
            </a:extLst>
          </p:cNvPr>
          <p:cNvSpPr txBox="1">
            <a:spLocks/>
          </p:cNvSpPr>
          <p:nvPr/>
        </p:nvSpPr>
        <p:spPr>
          <a:xfrm>
            <a:off x="4294546" y="338900"/>
            <a:ext cx="7917873" cy="876680"/>
          </a:xfrm>
          <a:prstGeom prst="rect">
            <a:avLst/>
          </a:prstGeom>
          <a:noFill/>
          <a:ln/>
        </p:spPr>
        <p:txBody>
          <a:bodyPr wrap="square" lIns="0" tIns="0" rIns="0" bIns="0" rtlCol="0" anchor="t"/>
          <a:lstStyle>
            <a:lvl1pPr algn="l" defTabSz="914400" rtl="0" eaLnBrk="1" latinLnBrk="0" hangingPunct="1">
              <a:spcBef>
                <a:spcPct val="0"/>
              </a:spcBef>
              <a:buNone/>
              <a:defRPr lang="ru-RU" sz="4425" b="0" i="0" kern="1200" dirty="0">
                <a:solidFill>
                  <a:schemeClr val="tx1"/>
                </a:solidFill>
                <a:latin typeface="Inter Medium" panose="02000503000000020004" pitchFamily="2" charset="0"/>
                <a:ea typeface="Inter Medium" panose="02000503000000020004" pitchFamily="2" charset="0"/>
                <a:cs typeface="Inter Medium" panose="02000503000000020004" pitchFamily="2" charset="0"/>
              </a:defRPr>
            </a:lvl1pPr>
          </a:lstStyle>
          <a:p>
            <a:pPr algn="ctr" rtl="1"/>
            <a:r>
              <a:rPr lang="ar-SA" sz="3600" b="1" dirty="0"/>
              <a:t>المتطلبات العامة لجمع البيانات</a:t>
            </a:r>
            <a:endParaRPr lang="en-US" sz="3600" b="1" dirty="0"/>
          </a:p>
        </p:txBody>
      </p:sp>
      <p:pic>
        <p:nvPicPr>
          <p:cNvPr id="8" name="Picture 7">
            <a:extLst>
              <a:ext uri="{FF2B5EF4-FFF2-40B4-BE49-F238E27FC236}">
                <a16:creationId xmlns:a16="http://schemas.microsoft.com/office/drawing/2014/main" id="{D7C631FB-FB26-9F58-9DC4-02785743B477}"/>
              </a:ext>
            </a:extLst>
          </p:cNvPr>
          <p:cNvPicPr>
            <a:picLocks noChangeAspect="1"/>
          </p:cNvPicPr>
          <p:nvPr/>
        </p:nvPicPr>
        <p:blipFill>
          <a:blip r:embed="rId4"/>
          <a:stretch>
            <a:fillRect/>
          </a:stretch>
        </p:blipFill>
        <p:spPr>
          <a:xfrm>
            <a:off x="10033416" y="4512007"/>
            <a:ext cx="7945282" cy="4476545"/>
          </a:xfrm>
          <a:prstGeom prst="rect">
            <a:avLst/>
          </a:prstGeom>
        </p:spPr>
      </p:pic>
      <p:sp>
        <p:nvSpPr>
          <p:cNvPr id="10" name="Rectangle 9">
            <a:extLst>
              <a:ext uri="{FF2B5EF4-FFF2-40B4-BE49-F238E27FC236}">
                <a16:creationId xmlns:a16="http://schemas.microsoft.com/office/drawing/2014/main" id="{F544BCC8-F617-B45C-FEF0-95F0EA8E1AB4}"/>
              </a:ext>
            </a:extLst>
          </p:cNvPr>
          <p:cNvSpPr/>
          <p:nvPr/>
        </p:nvSpPr>
        <p:spPr>
          <a:xfrm>
            <a:off x="16550640" y="9226296"/>
            <a:ext cx="1414631" cy="7772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14" name="Picture 13" descr="A yellow and black logo&#10;&#10;Description automatically generated">
            <a:extLst>
              <a:ext uri="{FF2B5EF4-FFF2-40B4-BE49-F238E27FC236}">
                <a16:creationId xmlns:a16="http://schemas.microsoft.com/office/drawing/2014/main" id="{E5024760-2492-2789-4903-F2593758A0F1}"/>
              </a:ext>
            </a:extLst>
          </p:cNvPr>
          <p:cNvPicPr>
            <a:picLocks noChangeAspect="1"/>
          </p:cNvPicPr>
          <p:nvPr/>
        </p:nvPicPr>
        <p:blipFill>
          <a:blip r:embed="rId5"/>
          <a:stretch>
            <a:fillRect/>
          </a:stretch>
        </p:blipFill>
        <p:spPr>
          <a:xfrm>
            <a:off x="17053744" y="120942"/>
            <a:ext cx="979732" cy="416386"/>
          </a:xfrm>
          <a:prstGeom prst="rect">
            <a:avLst/>
          </a:prstGeom>
        </p:spPr>
      </p:pic>
      <p:pic>
        <p:nvPicPr>
          <p:cNvPr id="15" name="Picture 2" descr="وزارة الشؤون البلدية والقروية والإسكان">
            <a:extLst>
              <a:ext uri="{FF2B5EF4-FFF2-40B4-BE49-F238E27FC236}">
                <a16:creationId xmlns:a16="http://schemas.microsoft.com/office/drawing/2014/main" id="{BE6D8ECA-E0E0-8B1B-2706-4E6282CE6B8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33707" y="42002"/>
            <a:ext cx="1999258" cy="574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0175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B51140-EDDB-48E8-A737-86BD26BF4C57}"/>
              </a:ext>
            </a:extLst>
          </p:cNvPr>
          <p:cNvPicPr>
            <a:picLocks noChangeAspect="1"/>
          </p:cNvPicPr>
          <p:nvPr/>
        </p:nvPicPr>
        <p:blipFill>
          <a:blip r:embed="rId2"/>
          <a:stretch>
            <a:fillRect/>
          </a:stretch>
        </p:blipFill>
        <p:spPr>
          <a:xfrm>
            <a:off x="10680193" y="1553973"/>
            <a:ext cx="7179054" cy="7179054"/>
          </a:xfrm>
          <a:prstGeom prst="rect">
            <a:avLst/>
          </a:prstGeom>
        </p:spPr>
      </p:pic>
      <p:pic>
        <p:nvPicPr>
          <p:cNvPr id="5" name="Picture 4">
            <a:extLst>
              <a:ext uri="{FF2B5EF4-FFF2-40B4-BE49-F238E27FC236}">
                <a16:creationId xmlns:a16="http://schemas.microsoft.com/office/drawing/2014/main" id="{1E866BEB-A7CF-6C78-4B58-7DFEA5C8AE78}"/>
              </a:ext>
            </a:extLst>
          </p:cNvPr>
          <p:cNvPicPr>
            <a:picLocks noChangeAspect="1"/>
          </p:cNvPicPr>
          <p:nvPr/>
        </p:nvPicPr>
        <p:blipFill>
          <a:blip r:embed="rId3"/>
          <a:stretch>
            <a:fillRect/>
          </a:stretch>
        </p:blipFill>
        <p:spPr>
          <a:xfrm>
            <a:off x="912084" y="1674805"/>
            <a:ext cx="6937389" cy="6937389"/>
          </a:xfrm>
          <a:prstGeom prst="rect">
            <a:avLst/>
          </a:prstGeom>
        </p:spPr>
      </p:pic>
      <p:cxnSp>
        <p:nvCxnSpPr>
          <p:cNvPr id="10" name="Straight Connector 9">
            <a:extLst>
              <a:ext uri="{FF2B5EF4-FFF2-40B4-BE49-F238E27FC236}">
                <a16:creationId xmlns:a16="http://schemas.microsoft.com/office/drawing/2014/main" id="{806ED998-8F6C-C03B-287E-DF8143994753}"/>
              </a:ext>
            </a:extLst>
          </p:cNvPr>
          <p:cNvCxnSpPr>
            <a:cxnSpLocks/>
          </p:cNvCxnSpPr>
          <p:nvPr/>
        </p:nvCxnSpPr>
        <p:spPr>
          <a:xfrm>
            <a:off x="777241" y="1115568"/>
            <a:ext cx="7616952" cy="7863840"/>
          </a:xfrm>
          <a:prstGeom prst="line">
            <a:avLst/>
          </a:prstGeom>
          <a:ln w="76200">
            <a:solidFill>
              <a:srgbClr val="FF0000"/>
            </a:solidFill>
          </a:ln>
        </p:spPr>
        <p:style>
          <a:lnRef idx="3">
            <a:schemeClr val="accent3"/>
          </a:lnRef>
          <a:fillRef idx="0">
            <a:schemeClr val="accent3"/>
          </a:fillRef>
          <a:effectRef idx="2">
            <a:schemeClr val="accent3"/>
          </a:effectRef>
          <a:fontRef idx="minor">
            <a:schemeClr val="tx1"/>
          </a:fontRef>
        </p:style>
      </p:cxnSp>
      <p:cxnSp>
        <p:nvCxnSpPr>
          <p:cNvPr id="12" name="Straight Connector 11">
            <a:extLst>
              <a:ext uri="{FF2B5EF4-FFF2-40B4-BE49-F238E27FC236}">
                <a16:creationId xmlns:a16="http://schemas.microsoft.com/office/drawing/2014/main" id="{3FD3B308-996E-2893-5BEE-CB7A825A10F5}"/>
              </a:ext>
            </a:extLst>
          </p:cNvPr>
          <p:cNvCxnSpPr>
            <a:cxnSpLocks/>
          </p:cNvCxnSpPr>
          <p:nvPr/>
        </p:nvCxnSpPr>
        <p:spPr>
          <a:xfrm flipH="1">
            <a:off x="1069848" y="420624"/>
            <a:ext cx="7623781" cy="8412480"/>
          </a:xfrm>
          <a:prstGeom prst="line">
            <a:avLst/>
          </a:prstGeom>
          <a:ln w="76200">
            <a:solidFill>
              <a:srgbClr val="FF0000"/>
            </a:solidFill>
          </a:ln>
        </p:spPr>
        <p:style>
          <a:lnRef idx="3">
            <a:schemeClr val="accent3"/>
          </a:lnRef>
          <a:fillRef idx="0">
            <a:schemeClr val="accent3"/>
          </a:fillRef>
          <a:effectRef idx="2">
            <a:schemeClr val="accent3"/>
          </a:effectRef>
          <a:fontRef idx="minor">
            <a:schemeClr val="tx1"/>
          </a:fontRef>
        </p:style>
      </p:cxnSp>
      <p:cxnSp>
        <p:nvCxnSpPr>
          <p:cNvPr id="15" name="Straight Connector 14">
            <a:extLst>
              <a:ext uri="{FF2B5EF4-FFF2-40B4-BE49-F238E27FC236}">
                <a16:creationId xmlns:a16="http://schemas.microsoft.com/office/drawing/2014/main" id="{44D51CBF-EE47-608A-A30B-B6AD9C09081C}"/>
              </a:ext>
            </a:extLst>
          </p:cNvPr>
          <p:cNvCxnSpPr>
            <a:cxnSpLocks/>
          </p:cNvCxnSpPr>
          <p:nvPr/>
        </p:nvCxnSpPr>
        <p:spPr>
          <a:xfrm flipH="1">
            <a:off x="10570464" y="420624"/>
            <a:ext cx="7623781" cy="8412480"/>
          </a:xfrm>
          <a:prstGeom prst="line">
            <a:avLst/>
          </a:prstGeom>
          <a:ln w="76200"/>
        </p:spPr>
        <p:style>
          <a:lnRef idx="1">
            <a:schemeClr val="accent6"/>
          </a:lnRef>
          <a:fillRef idx="0">
            <a:schemeClr val="accent6"/>
          </a:fillRef>
          <a:effectRef idx="0">
            <a:schemeClr val="accent6"/>
          </a:effectRef>
          <a:fontRef idx="minor">
            <a:schemeClr val="tx1"/>
          </a:fontRef>
        </p:style>
      </p:cxnSp>
      <p:cxnSp>
        <p:nvCxnSpPr>
          <p:cNvPr id="16" name="Straight Connector 15">
            <a:extLst>
              <a:ext uri="{FF2B5EF4-FFF2-40B4-BE49-F238E27FC236}">
                <a16:creationId xmlns:a16="http://schemas.microsoft.com/office/drawing/2014/main" id="{BD698F85-6E48-1369-E625-94B4375DD2B8}"/>
              </a:ext>
            </a:extLst>
          </p:cNvPr>
          <p:cNvCxnSpPr>
            <a:cxnSpLocks/>
          </p:cNvCxnSpPr>
          <p:nvPr/>
        </p:nvCxnSpPr>
        <p:spPr>
          <a:xfrm>
            <a:off x="9482328" y="7397496"/>
            <a:ext cx="1143001" cy="1435608"/>
          </a:xfrm>
          <a:prstGeom prst="line">
            <a:avLst/>
          </a:prstGeom>
          <a:ln w="76200">
            <a:solidFill>
              <a:srgbClr val="00B050"/>
            </a:solidFill>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19505682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ext Placeholder 23">
            <a:extLst>
              <a:ext uri="{FF2B5EF4-FFF2-40B4-BE49-F238E27FC236}">
                <a16:creationId xmlns:a16="http://schemas.microsoft.com/office/drawing/2014/main" id="{3011ADC1-B052-5763-411D-18AC5E1D8F06}"/>
              </a:ext>
            </a:extLst>
          </p:cNvPr>
          <p:cNvSpPr txBox="1">
            <a:spLocks/>
          </p:cNvSpPr>
          <p:nvPr/>
        </p:nvSpPr>
        <p:spPr>
          <a:xfrm>
            <a:off x="552450" y="1694330"/>
            <a:ext cx="16435975" cy="73958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00050" indent="-514350" algn="r" rtl="1">
              <a:spcBef>
                <a:spcPts val="0"/>
              </a:spcBef>
              <a:spcAft>
                <a:spcPts val="0"/>
              </a:spcAft>
              <a:buFont typeface="+mj-lt"/>
              <a:buAutoNum type="arabicPeriod" startAt="12"/>
            </a:pPr>
            <a:r>
              <a:rPr lang="ar-AE" sz="2800" b="0" i="0" u="none" strike="noStrike" dirty="0">
                <a:solidFill>
                  <a:srgbClr val="000000"/>
                </a:solidFill>
                <a:effectLst/>
                <a:latin typeface="Calibri" panose="020F0502020204030204" pitchFamily="34" charset="0"/>
              </a:rPr>
              <a:t>يجب </a:t>
            </a:r>
            <a:r>
              <a:rPr lang="ar-SA" sz="2800" dirty="0"/>
              <a:t>أن تركز الكاميرا على الطريق أمامك، وليس على الزجاج. للتركيز، اضغط على الشاشة فقط </a:t>
            </a:r>
            <a:r>
              <a:rPr lang="en-US" sz="2800" b="0" i="0" u="none" strike="noStrike" dirty="0">
                <a:solidFill>
                  <a:srgbClr val="000000"/>
                </a:solidFill>
                <a:effectLst/>
                <a:latin typeface="Calibri" panose="020F0502020204030204" pitchFamily="34" charset="0"/>
              </a:rPr>
              <a:t>:</a:t>
            </a:r>
            <a:br>
              <a:rPr lang="en-US" sz="2800" dirty="0"/>
            </a:br>
            <a:endParaRPr lang="en-US" sz="2800" b="1" i="0" u="none" strike="noStrike" dirty="0">
              <a:solidFill>
                <a:srgbClr val="000000"/>
              </a:solidFill>
              <a:effectLst/>
              <a:latin typeface="Calibri" panose="020F0502020204030204" pitchFamily="34" charset="0"/>
            </a:endParaRPr>
          </a:p>
        </p:txBody>
      </p:sp>
      <p:sp>
        <p:nvSpPr>
          <p:cNvPr id="2" name="AutoShape 2">
            <a:extLst>
              <a:ext uri="{FF2B5EF4-FFF2-40B4-BE49-F238E27FC236}">
                <a16:creationId xmlns:a16="http://schemas.microsoft.com/office/drawing/2014/main" id="{ADB27651-6414-683F-ABD4-80E5F961A623}"/>
              </a:ext>
            </a:extLst>
          </p:cNvPr>
          <p:cNvSpPr>
            <a:spLocks noChangeAspect="1" noChangeArrowheads="1"/>
          </p:cNvSpPr>
          <p:nvPr/>
        </p:nvSpPr>
        <p:spPr bwMode="auto">
          <a:xfrm>
            <a:off x="7119938" y="3871913"/>
            <a:ext cx="4048125" cy="25431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5" name="AutoShape 4">
            <a:extLst>
              <a:ext uri="{FF2B5EF4-FFF2-40B4-BE49-F238E27FC236}">
                <a16:creationId xmlns:a16="http://schemas.microsoft.com/office/drawing/2014/main" id="{8923DF82-DFEB-63D1-E177-CAD92E43056F}"/>
              </a:ext>
            </a:extLst>
          </p:cNvPr>
          <p:cNvSpPr>
            <a:spLocks noChangeAspect="1" noChangeArrowheads="1"/>
          </p:cNvSpPr>
          <p:nvPr/>
        </p:nvSpPr>
        <p:spPr bwMode="auto">
          <a:xfrm>
            <a:off x="7272338" y="4024313"/>
            <a:ext cx="4048125" cy="25431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3" name="AutoShape 2">
            <a:extLst>
              <a:ext uri="{FF2B5EF4-FFF2-40B4-BE49-F238E27FC236}">
                <a16:creationId xmlns:a16="http://schemas.microsoft.com/office/drawing/2014/main" id="{30A760D3-157F-2484-3BDB-4BCA72A4DC89}"/>
              </a:ext>
            </a:extLst>
          </p:cNvPr>
          <p:cNvSpPr>
            <a:spLocks noChangeAspect="1" noChangeArrowheads="1"/>
          </p:cNvSpPr>
          <p:nvPr/>
        </p:nvSpPr>
        <p:spPr bwMode="auto">
          <a:xfrm>
            <a:off x="6605588" y="3895725"/>
            <a:ext cx="5076825" cy="24955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AutoShape 2">
            <a:extLst>
              <a:ext uri="{FF2B5EF4-FFF2-40B4-BE49-F238E27FC236}">
                <a16:creationId xmlns:a16="http://schemas.microsoft.com/office/drawing/2014/main" id="{46E20B96-D436-A002-08EB-6694BE4857C2}"/>
              </a:ext>
            </a:extLst>
          </p:cNvPr>
          <p:cNvSpPr>
            <a:spLocks noChangeAspect="1" noChangeArrowheads="1"/>
          </p:cNvSpPr>
          <p:nvPr/>
        </p:nvSpPr>
        <p:spPr bwMode="auto">
          <a:xfrm>
            <a:off x="6267450" y="4333875"/>
            <a:ext cx="5753100" cy="1619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1" name="Picture 10" descr="A road with tall buildings in the background&#10;&#10;Description automatically generated">
            <a:extLst>
              <a:ext uri="{FF2B5EF4-FFF2-40B4-BE49-F238E27FC236}">
                <a16:creationId xmlns:a16="http://schemas.microsoft.com/office/drawing/2014/main" id="{144C6152-8FB8-3D10-EA57-9ED49632E6AB}"/>
              </a:ext>
            </a:extLst>
          </p:cNvPr>
          <p:cNvPicPr>
            <a:picLocks noChangeAspect="1"/>
          </p:cNvPicPr>
          <p:nvPr/>
        </p:nvPicPr>
        <p:blipFill>
          <a:blip r:embed="rId3"/>
          <a:stretch>
            <a:fillRect/>
          </a:stretch>
        </p:blipFill>
        <p:spPr>
          <a:xfrm>
            <a:off x="945538" y="3234556"/>
            <a:ext cx="12348799" cy="6958852"/>
          </a:xfrm>
          <a:prstGeom prst="rect">
            <a:avLst/>
          </a:prstGeom>
        </p:spPr>
      </p:pic>
      <p:sp>
        <p:nvSpPr>
          <p:cNvPr id="8" name="Title 29">
            <a:extLst>
              <a:ext uri="{FF2B5EF4-FFF2-40B4-BE49-F238E27FC236}">
                <a16:creationId xmlns:a16="http://schemas.microsoft.com/office/drawing/2014/main" id="{9D53EB8B-695C-2693-B97C-464778E65190}"/>
              </a:ext>
            </a:extLst>
          </p:cNvPr>
          <p:cNvSpPr txBox="1">
            <a:spLocks/>
          </p:cNvSpPr>
          <p:nvPr/>
        </p:nvSpPr>
        <p:spPr>
          <a:xfrm>
            <a:off x="4294546" y="338900"/>
            <a:ext cx="7917873" cy="876680"/>
          </a:xfrm>
          <a:prstGeom prst="rect">
            <a:avLst/>
          </a:prstGeom>
          <a:noFill/>
          <a:ln/>
        </p:spPr>
        <p:txBody>
          <a:bodyPr wrap="square" lIns="0" tIns="0" rIns="0" bIns="0" rtlCol="0" anchor="t"/>
          <a:lstStyle>
            <a:lvl1pPr algn="l" defTabSz="914400" rtl="0" eaLnBrk="1" latinLnBrk="0" hangingPunct="1">
              <a:spcBef>
                <a:spcPct val="0"/>
              </a:spcBef>
              <a:buNone/>
              <a:defRPr lang="ru-RU" sz="4425" b="0" i="0" kern="1200" dirty="0">
                <a:solidFill>
                  <a:schemeClr val="tx1"/>
                </a:solidFill>
                <a:latin typeface="Inter Medium" panose="02000503000000020004" pitchFamily="2" charset="0"/>
                <a:ea typeface="Inter Medium" panose="02000503000000020004" pitchFamily="2" charset="0"/>
                <a:cs typeface="Inter Medium" panose="02000503000000020004" pitchFamily="2" charset="0"/>
              </a:defRPr>
            </a:lvl1pPr>
          </a:lstStyle>
          <a:p>
            <a:pPr algn="ctr" rtl="1"/>
            <a:r>
              <a:rPr lang="ar-SA" sz="3600" b="1" dirty="0"/>
              <a:t>المتطلبات العامة لجمع البيانات</a:t>
            </a:r>
            <a:endParaRPr lang="en-US" sz="3600" b="1" dirty="0"/>
          </a:p>
        </p:txBody>
      </p:sp>
      <p:sp>
        <p:nvSpPr>
          <p:cNvPr id="9" name="Rectangle 8">
            <a:extLst>
              <a:ext uri="{FF2B5EF4-FFF2-40B4-BE49-F238E27FC236}">
                <a16:creationId xmlns:a16="http://schemas.microsoft.com/office/drawing/2014/main" id="{9530DF68-CA09-C6F1-7CE3-299C67D0F144}"/>
              </a:ext>
            </a:extLst>
          </p:cNvPr>
          <p:cNvSpPr/>
          <p:nvPr/>
        </p:nvSpPr>
        <p:spPr>
          <a:xfrm>
            <a:off x="16550640" y="9226296"/>
            <a:ext cx="1414631" cy="7772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12" name="Picture 11" descr="A yellow and black logo&#10;&#10;Description automatically generated">
            <a:extLst>
              <a:ext uri="{FF2B5EF4-FFF2-40B4-BE49-F238E27FC236}">
                <a16:creationId xmlns:a16="http://schemas.microsoft.com/office/drawing/2014/main" id="{7728F84D-702A-86D6-CCD0-39A6F0B399B0}"/>
              </a:ext>
            </a:extLst>
          </p:cNvPr>
          <p:cNvPicPr>
            <a:picLocks noChangeAspect="1"/>
          </p:cNvPicPr>
          <p:nvPr/>
        </p:nvPicPr>
        <p:blipFill>
          <a:blip r:embed="rId4"/>
          <a:stretch>
            <a:fillRect/>
          </a:stretch>
        </p:blipFill>
        <p:spPr>
          <a:xfrm>
            <a:off x="17053744" y="120942"/>
            <a:ext cx="979732" cy="416386"/>
          </a:xfrm>
          <a:prstGeom prst="rect">
            <a:avLst/>
          </a:prstGeom>
        </p:spPr>
      </p:pic>
      <p:pic>
        <p:nvPicPr>
          <p:cNvPr id="14" name="Picture 2" descr="وزارة الشؤون البلدية والقروية والإسكان">
            <a:extLst>
              <a:ext uri="{FF2B5EF4-FFF2-40B4-BE49-F238E27FC236}">
                <a16:creationId xmlns:a16="http://schemas.microsoft.com/office/drawing/2014/main" id="{DB2994EB-A91B-9F24-8171-2E432C58D1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33707" y="42002"/>
            <a:ext cx="1999258" cy="574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44467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ext Placeholder 23">
            <a:extLst>
              <a:ext uri="{FF2B5EF4-FFF2-40B4-BE49-F238E27FC236}">
                <a16:creationId xmlns:a16="http://schemas.microsoft.com/office/drawing/2014/main" id="{3011ADC1-B052-5763-411D-18AC5E1D8F06}"/>
              </a:ext>
            </a:extLst>
          </p:cNvPr>
          <p:cNvSpPr txBox="1">
            <a:spLocks/>
          </p:cNvSpPr>
          <p:nvPr/>
        </p:nvSpPr>
        <p:spPr>
          <a:xfrm>
            <a:off x="552450" y="1694330"/>
            <a:ext cx="16435975" cy="73958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600" algn="r" rtl="1">
              <a:spcBef>
                <a:spcPts val="0"/>
              </a:spcBef>
              <a:spcAft>
                <a:spcPts val="0"/>
              </a:spcAft>
              <a:buFont typeface="Wingdings" panose="05000000000000000000" pitchFamily="2" charset="2"/>
              <a:buChar char="v"/>
            </a:pPr>
            <a:r>
              <a:rPr lang="ar-SA" sz="2800" dirty="0"/>
              <a:t>يجب ألا يغطي الطوربيد وغطاء السيارة أكثر من 20% من الشاشة </a:t>
            </a:r>
            <a:r>
              <a:rPr lang="en-US" sz="2800" b="0" i="0" u="none" strike="noStrike" dirty="0">
                <a:solidFill>
                  <a:srgbClr val="000000"/>
                </a:solidFill>
                <a:effectLst/>
                <a:latin typeface="Calibri" panose="020F0502020204030204" pitchFamily="34" charset="0"/>
              </a:rPr>
              <a:t>:</a:t>
            </a:r>
            <a:endParaRPr lang="en-US" sz="2800" b="1" i="0" u="none" strike="noStrike" dirty="0">
              <a:solidFill>
                <a:srgbClr val="000000"/>
              </a:solidFill>
              <a:effectLst/>
              <a:latin typeface="Calibri" panose="020F0502020204030204" pitchFamily="34" charset="0"/>
            </a:endParaRPr>
          </a:p>
        </p:txBody>
      </p:sp>
      <p:sp>
        <p:nvSpPr>
          <p:cNvPr id="2" name="AutoShape 2">
            <a:extLst>
              <a:ext uri="{FF2B5EF4-FFF2-40B4-BE49-F238E27FC236}">
                <a16:creationId xmlns:a16="http://schemas.microsoft.com/office/drawing/2014/main" id="{ADB27651-6414-683F-ABD4-80E5F961A623}"/>
              </a:ext>
            </a:extLst>
          </p:cNvPr>
          <p:cNvSpPr>
            <a:spLocks noChangeAspect="1" noChangeArrowheads="1"/>
          </p:cNvSpPr>
          <p:nvPr/>
        </p:nvSpPr>
        <p:spPr bwMode="auto">
          <a:xfrm>
            <a:off x="7119938" y="3871913"/>
            <a:ext cx="4048125" cy="25431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5" name="AutoShape 4">
            <a:extLst>
              <a:ext uri="{FF2B5EF4-FFF2-40B4-BE49-F238E27FC236}">
                <a16:creationId xmlns:a16="http://schemas.microsoft.com/office/drawing/2014/main" id="{8923DF82-DFEB-63D1-E177-CAD92E43056F}"/>
              </a:ext>
            </a:extLst>
          </p:cNvPr>
          <p:cNvSpPr>
            <a:spLocks noChangeAspect="1" noChangeArrowheads="1"/>
          </p:cNvSpPr>
          <p:nvPr/>
        </p:nvSpPr>
        <p:spPr bwMode="auto">
          <a:xfrm>
            <a:off x="7272338" y="4024313"/>
            <a:ext cx="4048125" cy="25431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3" name="AutoShape 2">
            <a:extLst>
              <a:ext uri="{FF2B5EF4-FFF2-40B4-BE49-F238E27FC236}">
                <a16:creationId xmlns:a16="http://schemas.microsoft.com/office/drawing/2014/main" id="{30A760D3-157F-2484-3BDB-4BCA72A4DC89}"/>
              </a:ext>
            </a:extLst>
          </p:cNvPr>
          <p:cNvSpPr>
            <a:spLocks noChangeAspect="1" noChangeArrowheads="1"/>
          </p:cNvSpPr>
          <p:nvPr/>
        </p:nvSpPr>
        <p:spPr bwMode="auto">
          <a:xfrm>
            <a:off x="6605588" y="3895725"/>
            <a:ext cx="5076825" cy="24955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AutoShape 2">
            <a:extLst>
              <a:ext uri="{FF2B5EF4-FFF2-40B4-BE49-F238E27FC236}">
                <a16:creationId xmlns:a16="http://schemas.microsoft.com/office/drawing/2014/main" id="{46E20B96-D436-A002-08EB-6694BE4857C2}"/>
              </a:ext>
            </a:extLst>
          </p:cNvPr>
          <p:cNvSpPr>
            <a:spLocks noChangeAspect="1" noChangeArrowheads="1"/>
          </p:cNvSpPr>
          <p:nvPr/>
        </p:nvSpPr>
        <p:spPr bwMode="auto">
          <a:xfrm>
            <a:off x="6267450" y="4333875"/>
            <a:ext cx="5753100" cy="1619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2" name="Picture 11">
            <a:extLst>
              <a:ext uri="{FF2B5EF4-FFF2-40B4-BE49-F238E27FC236}">
                <a16:creationId xmlns:a16="http://schemas.microsoft.com/office/drawing/2014/main" id="{C6512CE8-92A2-F2BA-95E5-8F10642E9FE2}"/>
              </a:ext>
            </a:extLst>
          </p:cNvPr>
          <p:cNvPicPr>
            <a:picLocks noChangeAspect="1"/>
          </p:cNvPicPr>
          <p:nvPr/>
        </p:nvPicPr>
        <p:blipFill>
          <a:blip r:embed="rId3"/>
          <a:stretch>
            <a:fillRect/>
          </a:stretch>
        </p:blipFill>
        <p:spPr>
          <a:xfrm>
            <a:off x="1031781" y="3046319"/>
            <a:ext cx="12988961" cy="6592981"/>
          </a:xfrm>
          <a:prstGeom prst="rect">
            <a:avLst/>
          </a:prstGeom>
        </p:spPr>
      </p:pic>
      <p:sp>
        <p:nvSpPr>
          <p:cNvPr id="4" name="Title 29">
            <a:extLst>
              <a:ext uri="{FF2B5EF4-FFF2-40B4-BE49-F238E27FC236}">
                <a16:creationId xmlns:a16="http://schemas.microsoft.com/office/drawing/2014/main" id="{6F9A43F3-310B-DC5D-A6E5-A715A72B42D4}"/>
              </a:ext>
            </a:extLst>
          </p:cNvPr>
          <p:cNvSpPr txBox="1">
            <a:spLocks/>
          </p:cNvSpPr>
          <p:nvPr/>
        </p:nvSpPr>
        <p:spPr>
          <a:xfrm>
            <a:off x="4294546" y="338900"/>
            <a:ext cx="7917873" cy="876680"/>
          </a:xfrm>
          <a:prstGeom prst="rect">
            <a:avLst/>
          </a:prstGeom>
          <a:noFill/>
          <a:ln/>
        </p:spPr>
        <p:txBody>
          <a:bodyPr wrap="square" lIns="0" tIns="0" rIns="0" bIns="0" rtlCol="0" anchor="t"/>
          <a:lstStyle>
            <a:lvl1pPr algn="l" defTabSz="914400" rtl="0" eaLnBrk="1" latinLnBrk="0" hangingPunct="1">
              <a:spcBef>
                <a:spcPct val="0"/>
              </a:spcBef>
              <a:buNone/>
              <a:defRPr lang="ru-RU" sz="4425" b="0" i="0" kern="1200" dirty="0">
                <a:solidFill>
                  <a:schemeClr val="tx1"/>
                </a:solidFill>
                <a:latin typeface="Inter Medium" panose="02000503000000020004" pitchFamily="2" charset="0"/>
                <a:ea typeface="Inter Medium" panose="02000503000000020004" pitchFamily="2" charset="0"/>
                <a:cs typeface="Inter Medium" panose="02000503000000020004" pitchFamily="2" charset="0"/>
              </a:defRPr>
            </a:lvl1pPr>
          </a:lstStyle>
          <a:p>
            <a:pPr algn="ctr" rtl="1"/>
            <a:r>
              <a:rPr lang="ar-SA" sz="3600" b="1" dirty="0"/>
              <a:t>المتطلبات العامة لجمع البيانات</a:t>
            </a:r>
            <a:endParaRPr lang="en-US" sz="3600" b="1" dirty="0"/>
          </a:p>
        </p:txBody>
      </p:sp>
      <p:sp>
        <p:nvSpPr>
          <p:cNvPr id="8" name="Rectangle 7">
            <a:extLst>
              <a:ext uri="{FF2B5EF4-FFF2-40B4-BE49-F238E27FC236}">
                <a16:creationId xmlns:a16="http://schemas.microsoft.com/office/drawing/2014/main" id="{78767348-8AB0-CB47-B408-95C34892CD5F}"/>
              </a:ext>
            </a:extLst>
          </p:cNvPr>
          <p:cNvSpPr/>
          <p:nvPr/>
        </p:nvSpPr>
        <p:spPr>
          <a:xfrm>
            <a:off x="16550640" y="9226296"/>
            <a:ext cx="1414631" cy="7772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9" name="Picture 8" descr="A yellow and black logo&#10;&#10;Description automatically generated">
            <a:extLst>
              <a:ext uri="{FF2B5EF4-FFF2-40B4-BE49-F238E27FC236}">
                <a16:creationId xmlns:a16="http://schemas.microsoft.com/office/drawing/2014/main" id="{621940E2-E5F1-0BC9-AB64-C748815F261C}"/>
              </a:ext>
            </a:extLst>
          </p:cNvPr>
          <p:cNvPicPr>
            <a:picLocks noChangeAspect="1"/>
          </p:cNvPicPr>
          <p:nvPr/>
        </p:nvPicPr>
        <p:blipFill>
          <a:blip r:embed="rId4"/>
          <a:stretch>
            <a:fillRect/>
          </a:stretch>
        </p:blipFill>
        <p:spPr>
          <a:xfrm>
            <a:off x="17053744" y="120942"/>
            <a:ext cx="979732" cy="416386"/>
          </a:xfrm>
          <a:prstGeom prst="rect">
            <a:avLst/>
          </a:prstGeom>
        </p:spPr>
      </p:pic>
      <p:pic>
        <p:nvPicPr>
          <p:cNvPr id="11" name="Picture 2" descr="وزارة الشؤون البلدية والقروية والإسكان">
            <a:extLst>
              <a:ext uri="{FF2B5EF4-FFF2-40B4-BE49-F238E27FC236}">
                <a16:creationId xmlns:a16="http://schemas.microsoft.com/office/drawing/2014/main" id="{AFEFE424-EBBE-363D-BCF6-D8027862D44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33707" y="42002"/>
            <a:ext cx="1999258" cy="574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97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ext Placeholder 23">
            <a:extLst>
              <a:ext uri="{FF2B5EF4-FFF2-40B4-BE49-F238E27FC236}">
                <a16:creationId xmlns:a16="http://schemas.microsoft.com/office/drawing/2014/main" id="{3011ADC1-B052-5763-411D-18AC5E1D8F06}"/>
              </a:ext>
            </a:extLst>
          </p:cNvPr>
          <p:cNvSpPr txBox="1">
            <a:spLocks/>
          </p:cNvSpPr>
          <p:nvPr/>
        </p:nvSpPr>
        <p:spPr>
          <a:xfrm>
            <a:off x="552450" y="1375069"/>
            <a:ext cx="16435975" cy="87668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rtl="1">
              <a:spcBef>
                <a:spcPts val="0"/>
              </a:spcBef>
              <a:buFont typeface="Wingdings" panose="05000000000000000000" pitchFamily="2" charset="2"/>
              <a:buChar char="v"/>
            </a:pPr>
            <a:r>
              <a:rPr lang="ar-SA" sz="2800" b="1" dirty="0">
                <a:latin typeface="+mj-lt"/>
              </a:rPr>
              <a:t>بعد تسجيل مقاطع الفيديو اللازمة، تحتاج إلى تحميلها على الخادم الالكتروني. لنقل النتائج، اخرج من وضع التسجيل، وقم بتوصيل الهاتف بالإنترنت وانقر فوق "تحميل إلى الخادم“</a:t>
            </a:r>
            <a:r>
              <a:rPr lang="ar-AE" sz="2800" b="1" dirty="0">
                <a:latin typeface="+mj-lt"/>
              </a:rPr>
              <a:t>.</a:t>
            </a:r>
            <a:br>
              <a:rPr lang="en-US" sz="2800" b="1" dirty="0">
                <a:latin typeface="+mj-lt"/>
              </a:rPr>
            </a:br>
            <a:endParaRPr lang="en-US" sz="2800" b="1" dirty="0">
              <a:effectLst/>
              <a:latin typeface="+mj-lt"/>
            </a:endParaRPr>
          </a:p>
        </p:txBody>
      </p:sp>
      <p:sp>
        <p:nvSpPr>
          <p:cNvPr id="2" name="Title 29">
            <a:extLst>
              <a:ext uri="{FF2B5EF4-FFF2-40B4-BE49-F238E27FC236}">
                <a16:creationId xmlns:a16="http://schemas.microsoft.com/office/drawing/2014/main" id="{95821C61-1223-851E-4E24-ACB193053FB9}"/>
              </a:ext>
            </a:extLst>
          </p:cNvPr>
          <p:cNvSpPr txBox="1">
            <a:spLocks/>
          </p:cNvSpPr>
          <p:nvPr/>
        </p:nvSpPr>
        <p:spPr>
          <a:xfrm>
            <a:off x="4294546" y="597082"/>
            <a:ext cx="7917873" cy="876680"/>
          </a:xfrm>
          <a:prstGeom prst="rect">
            <a:avLst/>
          </a:prstGeom>
          <a:noFill/>
          <a:ln/>
        </p:spPr>
        <p:txBody>
          <a:bodyPr wrap="square" lIns="0" tIns="0" rIns="0" bIns="0" rtlCol="0" anchor="t"/>
          <a:lstStyle>
            <a:lvl1pPr algn="l" defTabSz="914400" rtl="0" eaLnBrk="1" latinLnBrk="0" hangingPunct="1">
              <a:spcBef>
                <a:spcPct val="0"/>
              </a:spcBef>
              <a:buNone/>
              <a:defRPr lang="ru-RU" sz="4425" b="0" i="0" kern="1200" dirty="0">
                <a:solidFill>
                  <a:schemeClr val="tx1"/>
                </a:solidFill>
                <a:latin typeface="Inter Medium" panose="02000503000000020004" pitchFamily="2" charset="0"/>
                <a:ea typeface="Inter Medium" panose="02000503000000020004" pitchFamily="2" charset="0"/>
                <a:cs typeface="Inter Medium" panose="02000503000000020004" pitchFamily="2" charset="0"/>
              </a:defRPr>
            </a:lvl1pPr>
          </a:lstStyle>
          <a:p>
            <a:pPr algn="ctr" rtl="1"/>
            <a:r>
              <a:rPr lang="ar-AE" sz="3200" b="1" dirty="0"/>
              <a:t>رفع البيانات</a:t>
            </a:r>
            <a:endParaRPr lang="en-US" sz="3200" dirty="0"/>
          </a:p>
        </p:txBody>
      </p:sp>
      <p:sp>
        <p:nvSpPr>
          <p:cNvPr id="12" name="Rectangle 11">
            <a:extLst>
              <a:ext uri="{FF2B5EF4-FFF2-40B4-BE49-F238E27FC236}">
                <a16:creationId xmlns:a16="http://schemas.microsoft.com/office/drawing/2014/main" id="{62F88AB8-0E19-2817-23C8-EC6D8EE99FCD}"/>
              </a:ext>
            </a:extLst>
          </p:cNvPr>
          <p:cNvSpPr/>
          <p:nvPr/>
        </p:nvSpPr>
        <p:spPr>
          <a:xfrm>
            <a:off x="16550640" y="9226296"/>
            <a:ext cx="1414631" cy="7772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14" name="Picture 13" descr="A yellow and black logo&#10;&#10;Description automatically generated">
            <a:extLst>
              <a:ext uri="{FF2B5EF4-FFF2-40B4-BE49-F238E27FC236}">
                <a16:creationId xmlns:a16="http://schemas.microsoft.com/office/drawing/2014/main" id="{EF326B44-C6F7-AAF5-3B1D-74B0D979CB09}"/>
              </a:ext>
            </a:extLst>
          </p:cNvPr>
          <p:cNvPicPr>
            <a:picLocks noChangeAspect="1"/>
          </p:cNvPicPr>
          <p:nvPr/>
        </p:nvPicPr>
        <p:blipFill>
          <a:blip r:embed="rId3"/>
          <a:stretch>
            <a:fillRect/>
          </a:stretch>
        </p:blipFill>
        <p:spPr>
          <a:xfrm>
            <a:off x="17053744" y="120942"/>
            <a:ext cx="979732" cy="416386"/>
          </a:xfrm>
          <a:prstGeom prst="rect">
            <a:avLst/>
          </a:prstGeom>
        </p:spPr>
      </p:pic>
      <p:pic>
        <p:nvPicPr>
          <p:cNvPr id="15" name="Picture 2" descr="وزارة الشؤون البلدية والقروية والإسكان">
            <a:extLst>
              <a:ext uri="{FF2B5EF4-FFF2-40B4-BE49-F238E27FC236}">
                <a16:creationId xmlns:a16="http://schemas.microsoft.com/office/drawing/2014/main" id="{8C03F86E-FB3B-9986-EF02-FEA56D4723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33707" y="42002"/>
            <a:ext cx="1999258" cy="57426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98BA78C1-2844-A69C-473E-D6AE320198E0}"/>
              </a:ext>
            </a:extLst>
          </p:cNvPr>
          <p:cNvPicPr>
            <a:picLocks noChangeAspect="1"/>
          </p:cNvPicPr>
          <p:nvPr/>
        </p:nvPicPr>
        <p:blipFill>
          <a:blip r:embed="rId5"/>
          <a:stretch>
            <a:fillRect/>
          </a:stretch>
        </p:blipFill>
        <p:spPr>
          <a:xfrm>
            <a:off x="3668793" y="4769963"/>
            <a:ext cx="10039401" cy="2230978"/>
          </a:xfrm>
          <a:prstGeom prst="rect">
            <a:avLst/>
          </a:prstGeom>
        </p:spPr>
      </p:pic>
    </p:spTree>
    <p:extLst>
      <p:ext uri="{BB962C8B-B14F-4D97-AF65-F5344CB8AC3E}">
        <p14:creationId xmlns:p14="http://schemas.microsoft.com/office/powerpoint/2010/main" val="13991096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Placeholder 23">
            <a:extLst>
              <a:ext uri="{FF2B5EF4-FFF2-40B4-BE49-F238E27FC236}">
                <a16:creationId xmlns:a16="http://schemas.microsoft.com/office/drawing/2014/main" id="{C1948AF1-0231-0DA4-0FEA-1193E3988ECC}"/>
              </a:ext>
            </a:extLst>
          </p:cNvPr>
          <p:cNvSpPr txBox="1">
            <a:spLocks/>
          </p:cNvSpPr>
          <p:nvPr/>
        </p:nvSpPr>
        <p:spPr>
          <a:xfrm>
            <a:off x="166968" y="1900964"/>
            <a:ext cx="16435975" cy="4424422"/>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rtl="1">
              <a:spcBef>
                <a:spcPts val="0"/>
              </a:spcBef>
              <a:buFont typeface="Wingdings" panose="05000000000000000000" pitchFamily="2" charset="2"/>
              <a:buChar char="v"/>
            </a:pPr>
            <a:r>
              <a:rPr lang="ar-SA" sz="2800" dirty="0">
                <a:latin typeface="+mj-lt"/>
              </a:rPr>
              <a:t>يمكن أن يستغرق التنزيل ما يصل إلى عدة ساعات، ويعتمد ذلك على سرعة الإنترنت وكمية البيانات التي يتم التقاطها. </a:t>
            </a:r>
            <a:r>
              <a:rPr lang="ar-AE" sz="2800" dirty="0">
                <a:latin typeface="+mj-lt"/>
              </a:rPr>
              <a:t>من الممكن ان </a:t>
            </a:r>
            <a:r>
              <a:rPr lang="ar-SA" sz="2800" dirty="0">
                <a:latin typeface="+mj-lt"/>
              </a:rPr>
              <a:t>يحظر الهاتف، ولن يتوقف التنزيل</a:t>
            </a:r>
            <a:r>
              <a:rPr lang="en-US" sz="2800" i="0" u="none" strike="noStrike" dirty="0">
                <a:solidFill>
                  <a:srgbClr val="000000"/>
                </a:solidFill>
                <a:effectLst/>
                <a:latin typeface="+mj-lt"/>
              </a:rPr>
              <a:t>.</a:t>
            </a:r>
          </a:p>
          <a:p>
            <a:pPr marL="0" indent="0" rtl="0">
              <a:spcBef>
                <a:spcPts val="0"/>
              </a:spcBef>
              <a:spcAft>
                <a:spcPts val="0"/>
              </a:spcAft>
              <a:buNone/>
            </a:pPr>
            <a:endParaRPr lang="en-US" sz="2800" dirty="0">
              <a:effectLst/>
            </a:endParaRPr>
          </a:p>
          <a:p>
            <a:pPr algn="r" rtl="1">
              <a:spcBef>
                <a:spcPts val="0"/>
              </a:spcBef>
              <a:buFont typeface="Wingdings" panose="05000000000000000000" pitchFamily="2" charset="2"/>
              <a:buChar char="v"/>
            </a:pPr>
            <a:r>
              <a:rPr lang="ar-SA" sz="2800" dirty="0">
                <a:latin typeface="+mj-lt"/>
              </a:rPr>
              <a:t>إذا اكتمل التنزيل، لكنك ترى أنه لم يتم تنزيل جميع البيانات، فانقر فوق الزر "تحميل إلى الخادم" مرة أخرى. إذا لم يساعد ذلك، فمن المرجح أن تحدث بعض الأخطاء، ويرى المطورون ذلك في نظام المراقبة الخاص بهم وسيقومون بإصلاح المشكلة خلال يوم واحد</a:t>
            </a:r>
            <a:r>
              <a:rPr lang="en-US" sz="2800" i="0" strike="noStrike" dirty="0">
                <a:solidFill>
                  <a:srgbClr val="000000"/>
                </a:solidFill>
                <a:effectLst/>
                <a:latin typeface="+mj-lt"/>
              </a:rPr>
              <a:t>.</a:t>
            </a:r>
          </a:p>
          <a:p>
            <a:pPr marL="0" indent="0" rtl="0">
              <a:spcBef>
                <a:spcPts val="0"/>
              </a:spcBef>
              <a:spcAft>
                <a:spcPts val="0"/>
              </a:spcAft>
              <a:buNone/>
            </a:pPr>
            <a:endParaRPr lang="en-US" sz="2800" i="0" u="none" strike="noStrike" dirty="0">
              <a:solidFill>
                <a:srgbClr val="000000"/>
              </a:solidFill>
              <a:latin typeface="Calibri" panose="020F0502020204030204" pitchFamily="34" charset="0"/>
            </a:endParaRPr>
          </a:p>
          <a:p>
            <a:pPr algn="r" rtl="1">
              <a:spcBef>
                <a:spcPts val="0"/>
              </a:spcBef>
              <a:buFont typeface="Wingdings" panose="05000000000000000000" pitchFamily="2" charset="2"/>
              <a:buChar char="v"/>
            </a:pPr>
            <a:r>
              <a:rPr lang="ar-SA" sz="2800" dirty="0">
                <a:latin typeface="+mj-lt"/>
              </a:rPr>
              <a:t>من أجل الموثوقية، يجب عليك الإبلاغ عن هذا إلى خدمة الدعم</a:t>
            </a:r>
            <a:r>
              <a:rPr lang="en-US" sz="2800" i="0" u="none" strike="noStrike" dirty="0">
                <a:solidFill>
                  <a:srgbClr val="000000"/>
                </a:solidFill>
                <a:effectLst/>
                <a:latin typeface="+mj-lt"/>
              </a:rPr>
              <a:t>.</a:t>
            </a:r>
          </a:p>
          <a:p>
            <a:pPr marL="0" indent="0" rtl="0">
              <a:spcBef>
                <a:spcPts val="0"/>
              </a:spcBef>
              <a:spcAft>
                <a:spcPts val="0"/>
              </a:spcAft>
              <a:buNone/>
            </a:pPr>
            <a:endParaRPr lang="en-US" sz="2800" i="0" u="none" strike="noStrike" dirty="0">
              <a:solidFill>
                <a:srgbClr val="000000"/>
              </a:solidFill>
              <a:effectLst/>
              <a:latin typeface="Calibri" panose="020F0502020204030204" pitchFamily="34" charset="0"/>
            </a:endParaRPr>
          </a:p>
          <a:p>
            <a:pPr algn="r" rtl="1">
              <a:spcBef>
                <a:spcPts val="0"/>
              </a:spcBef>
              <a:buFont typeface="Wingdings" panose="05000000000000000000" pitchFamily="2" charset="2"/>
              <a:buChar char="v"/>
            </a:pPr>
            <a:r>
              <a:rPr lang="ar-SA" sz="2800" dirty="0">
                <a:latin typeface="+mj-lt"/>
              </a:rPr>
              <a:t>للحصول على نتائج مجموعة تسجيلات الفيديو، يرجى الاتصال بمدراء أوربي</a:t>
            </a:r>
            <a:r>
              <a:rPr lang="en-US" sz="2800" i="0" u="none" strike="noStrike" dirty="0">
                <a:solidFill>
                  <a:srgbClr val="000000"/>
                </a:solidFill>
                <a:effectLst/>
                <a:latin typeface="+mj-lt"/>
              </a:rPr>
              <a:t>.</a:t>
            </a:r>
            <a:endParaRPr lang="en-US" sz="2800" dirty="0">
              <a:effectLst/>
              <a:latin typeface="+mj-lt"/>
            </a:endParaRPr>
          </a:p>
          <a:p>
            <a:pPr marL="0" indent="0">
              <a:buNone/>
            </a:pPr>
            <a:br>
              <a:rPr lang="en-US" sz="2800" dirty="0"/>
            </a:br>
            <a:br>
              <a:rPr lang="en-US" sz="2800" dirty="0"/>
            </a:br>
            <a:endParaRPr lang="en-US" sz="2800" dirty="0">
              <a:effectLst/>
            </a:endParaRPr>
          </a:p>
        </p:txBody>
      </p:sp>
      <p:sp>
        <p:nvSpPr>
          <p:cNvPr id="2" name="Title 29">
            <a:extLst>
              <a:ext uri="{FF2B5EF4-FFF2-40B4-BE49-F238E27FC236}">
                <a16:creationId xmlns:a16="http://schemas.microsoft.com/office/drawing/2014/main" id="{95821C61-1223-851E-4E24-ACB193053FB9}"/>
              </a:ext>
            </a:extLst>
          </p:cNvPr>
          <p:cNvSpPr txBox="1">
            <a:spLocks/>
          </p:cNvSpPr>
          <p:nvPr/>
        </p:nvSpPr>
        <p:spPr>
          <a:xfrm>
            <a:off x="4294546" y="597082"/>
            <a:ext cx="7917873" cy="876680"/>
          </a:xfrm>
          <a:prstGeom prst="rect">
            <a:avLst/>
          </a:prstGeom>
          <a:noFill/>
          <a:ln/>
        </p:spPr>
        <p:txBody>
          <a:bodyPr wrap="square" lIns="0" tIns="0" rIns="0" bIns="0" rtlCol="0" anchor="t"/>
          <a:lstStyle>
            <a:lvl1pPr algn="l" defTabSz="914400" rtl="0" eaLnBrk="1" latinLnBrk="0" hangingPunct="1">
              <a:spcBef>
                <a:spcPct val="0"/>
              </a:spcBef>
              <a:buNone/>
              <a:defRPr lang="ru-RU" sz="4425" b="0" i="0" kern="1200" dirty="0">
                <a:solidFill>
                  <a:schemeClr val="tx1"/>
                </a:solidFill>
                <a:latin typeface="Inter Medium" panose="02000503000000020004" pitchFamily="2" charset="0"/>
                <a:ea typeface="Inter Medium" panose="02000503000000020004" pitchFamily="2" charset="0"/>
                <a:cs typeface="Inter Medium" panose="02000503000000020004" pitchFamily="2" charset="0"/>
              </a:defRPr>
            </a:lvl1pPr>
          </a:lstStyle>
          <a:p>
            <a:pPr algn="ctr" rtl="1"/>
            <a:r>
              <a:rPr lang="ar-AE" sz="3200" b="1" dirty="0"/>
              <a:t>رفع البيانات</a:t>
            </a:r>
            <a:endParaRPr lang="en-US" sz="3200" dirty="0"/>
          </a:p>
        </p:txBody>
      </p:sp>
      <p:sp>
        <p:nvSpPr>
          <p:cNvPr id="5" name="Rectangle 4">
            <a:extLst>
              <a:ext uri="{FF2B5EF4-FFF2-40B4-BE49-F238E27FC236}">
                <a16:creationId xmlns:a16="http://schemas.microsoft.com/office/drawing/2014/main" id="{FC0F2FCE-27C0-0D54-4E29-B6C151976146}"/>
              </a:ext>
            </a:extLst>
          </p:cNvPr>
          <p:cNvSpPr/>
          <p:nvPr/>
        </p:nvSpPr>
        <p:spPr>
          <a:xfrm>
            <a:off x="16550640" y="9226296"/>
            <a:ext cx="1414631" cy="7772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pic>
        <p:nvPicPr>
          <p:cNvPr id="8" name="Picture 7" descr="A yellow and black logo&#10;&#10;Description automatically generated">
            <a:extLst>
              <a:ext uri="{FF2B5EF4-FFF2-40B4-BE49-F238E27FC236}">
                <a16:creationId xmlns:a16="http://schemas.microsoft.com/office/drawing/2014/main" id="{B3ED5ECD-C1A7-A04A-313C-4ACA390C8DE3}"/>
              </a:ext>
            </a:extLst>
          </p:cNvPr>
          <p:cNvPicPr>
            <a:picLocks noChangeAspect="1"/>
          </p:cNvPicPr>
          <p:nvPr/>
        </p:nvPicPr>
        <p:blipFill>
          <a:blip r:embed="rId3"/>
          <a:stretch>
            <a:fillRect/>
          </a:stretch>
        </p:blipFill>
        <p:spPr>
          <a:xfrm>
            <a:off x="17053744" y="120942"/>
            <a:ext cx="979732" cy="416386"/>
          </a:xfrm>
          <a:prstGeom prst="rect">
            <a:avLst/>
          </a:prstGeom>
        </p:spPr>
      </p:pic>
      <p:pic>
        <p:nvPicPr>
          <p:cNvPr id="9" name="Picture 2" descr="وزارة الشؤون البلدية والقروية والإسكان">
            <a:extLst>
              <a:ext uri="{FF2B5EF4-FFF2-40B4-BE49-F238E27FC236}">
                <a16:creationId xmlns:a16="http://schemas.microsoft.com/office/drawing/2014/main" id="{1A5419DD-F2AC-00F6-BA4B-542534C236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33707" y="42002"/>
            <a:ext cx="1999258" cy="574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20161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9">
            <a:extLst>
              <a:ext uri="{FF2B5EF4-FFF2-40B4-BE49-F238E27FC236}">
                <a16:creationId xmlns:a16="http://schemas.microsoft.com/office/drawing/2014/main" id="{5335B1C6-BE07-651E-8CCE-B2E31258AE2B}"/>
              </a:ext>
            </a:extLst>
          </p:cNvPr>
          <p:cNvSpPr txBox="1">
            <a:spLocks/>
          </p:cNvSpPr>
          <p:nvPr/>
        </p:nvSpPr>
        <p:spPr>
          <a:xfrm>
            <a:off x="5474278" y="98988"/>
            <a:ext cx="7917873" cy="876680"/>
          </a:xfrm>
          <a:prstGeom prst="rect">
            <a:avLst/>
          </a:prstGeom>
          <a:noFill/>
          <a:ln/>
        </p:spPr>
        <p:txBody>
          <a:bodyPr wrap="square" lIns="0" tIns="0" rIns="0" bIns="0" rtlCol="0" anchor="t"/>
          <a:lstStyle>
            <a:lvl1pPr algn="l" defTabSz="914400" rtl="0" eaLnBrk="1" latinLnBrk="0" hangingPunct="1">
              <a:spcBef>
                <a:spcPct val="0"/>
              </a:spcBef>
              <a:buNone/>
              <a:defRPr lang="ru-RU" sz="4425" b="0" i="0" kern="1200" dirty="0">
                <a:solidFill>
                  <a:schemeClr val="tx1"/>
                </a:solidFill>
                <a:latin typeface="Inter Medium" panose="02000503000000020004" pitchFamily="2" charset="0"/>
                <a:ea typeface="Inter Medium" panose="02000503000000020004" pitchFamily="2" charset="0"/>
                <a:cs typeface="Inter Medium" panose="02000503000000020004" pitchFamily="2" charset="0"/>
              </a:defRPr>
            </a:lvl1pPr>
          </a:lstStyle>
          <a:p>
            <a:pPr algn="ctr" rtl="1"/>
            <a:r>
              <a:rPr lang="ar-SA" sz="3200" b="1" dirty="0"/>
              <a:t>التخطيط والإعداد</a:t>
            </a:r>
            <a:endParaRPr lang="en-US" sz="3200" b="1" dirty="0"/>
          </a:p>
        </p:txBody>
      </p:sp>
      <p:sp>
        <p:nvSpPr>
          <p:cNvPr id="10" name="Text Placeholder 23">
            <a:extLst>
              <a:ext uri="{FF2B5EF4-FFF2-40B4-BE49-F238E27FC236}">
                <a16:creationId xmlns:a16="http://schemas.microsoft.com/office/drawing/2014/main" id="{AEA41EAF-C9D5-1305-0759-2A8C76A6360B}"/>
              </a:ext>
            </a:extLst>
          </p:cNvPr>
          <p:cNvSpPr txBox="1">
            <a:spLocks/>
          </p:cNvSpPr>
          <p:nvPr/>
        </p:nvSpPr>
        <p:spPr>
          <a:xfrm>
            <a:off x="8582224" y="1222266"/>
            <a:ext cx="3867502" cy="220909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rtl="0">
              <a:spcBef>
                <a:spcPts val="0"/>
              </a:spcBef>
              <a:spcAft>
                <a:spcPts val="0"/>
              </a:spcAft>
              <a:buNone/>
            </a:pPr>
            <a:r>
              <a:rPr lang="ar-AE" sz="2800" b="1" dirty="0">
                <a:effectLst/>
              </a:rPr>
              <a:t>تحديد منطقة العمل:</a:t>
            </a:r>
          </a:p>
          <a:p>
            <a:pPr marL="0" indent="0" algn="l" rtl="1">
              <a:spcBef>
                <a:spcPts val="0"/>
              </a:spcBef>
              <a:spcAft>
                <a:spcPts val="0"/>
              </a:spcAft>
              <a:buNone/>
            </a:pPr>
            <a:r>
              <a:rPr lang="ar-AE" sz="2800" dirty="0"/>
              <a:t>3- </a:t>
            </a:r>
            <a:r>
              <a:rPr lang="ar-AE" sz="2800" dirty="0">
                <a:effectLst/>
              </a:rPr>
              <a:t>يتم فتح الملف المرسل من المراقب علي الهاتف من خلال تطبيق </a:t>
            </a:r>
            <a:r>
              <a:rPr lang="en-US" sz="2800" dirty="0" err="1">
                <a:effectLst/>
              </a:rPr>
              <a:t>Maps.Me</a:t>
            </a:r>
            <a:endParaRPr lang="en-US" sz="2800" dirty="0">
              <a:effectLst/>
            </a:endParaRPr>
          </a:p>
          <a:p>
            <a:pPr marL="0" indent="0" algn="l" rtl="1">
              <a:spcBef>
                <a:spcPts val="0"/>
              </a:spcBef>
              <a:spcAft>
                <a:spcPts val="0"/>
              </a:spcAft>
              <a:buNone/>
            </a:pPr>
            <a:endParaRPr lang="en-US" sz="2800" dirty="0">
              <a:effectLst/>
            </a:endParaRPr>
          </a:p>
        </p:txBody>
      </p:sp>
      <p:pic>
        <p:nvPicPr>
          <p:cNvPr id="12" name="Picture 11">
            <a:extLst>
              <a:ext uri="{FF2B5EF4-FFF2-40B4-BE49-F238E27FC236}">
                <a16:creationId xmlns:a16="http://schemas.microsoft.com/office/drawing/2014/main" id="{CCC81D1D-4B24-B52D-E8D3-CDB043ABE406}"/>
              </a:ext>
            </a:extLst>
          </p:cNvPr>
          <p:cNvPicPr>
            <a:picLocks noChangeAspect="1"/>
          </p:cNvPicPr>
          <p:nvPr/>
        </p:nvPicPr>
        <p:blipFill>
          <a:blip r:embed="rId2"/>
          <a:stretch>
            <a:fillRect/>
          </a:stretch>
        </p:blipFill>
        <p:spPr>
          <a:xfrm>
            <a:off x="4312613" y="537328"/>
            <a:ext cx="4048963" cy="8997696"/>
          </a:xfrm>
          <a:prstGeom prst="rect">
            <a:avLst/>
          </a:prstGeom>
        </p:spPr>
      </p:pic>
    </p:spTree>
    <p:extLst>
      <p:ext uri="{BB962C8B-B14F-4D97-AF65-F5344CB8AC3E}">
        <p14:creationId xmlns:p14="http://schemas.microsoft.com/office/powerpoint/2010/main" val="36761524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9">
            <a:extLst>
              <a:ext uri="{FF2B5EF4-FFF2-40B4-BE49-F238E27FC236}">
                <a16:creationId xmlns:a16="http://schemas.microsoft.com/office/drawing/2014/main" id="{5B752084-9FE1-9134-CF52-AA45E71E7A06}"/>
              </a:ext>
            </a:extLst>
          </p:cNvPr>
          <p:cNvSpPr txBox="1">
            <a:spLocks/>
          </p:cNvSpPr>
          <p:nvPr/>
        </p:nvSpPr>
        <p:spPr>
          <a:xfrm>
            <a:off x="5474278" y="98988"/>
            <a:ext cx="7917873" cy="876680"/>
          </a:xfrm>
          <a:prstGeom prst="rect">
            <a:avLst/>
          </a:prstGeom>
          <a:noFill/>
          <a:ln/>
        </p:spPr>
        <p:txBody>
          <a:bodyPr wrap="square" lIns="0" tIns="0" rIns="0" bIns="0" rtlCol="0" anchor="t"/>
          <a:lstStyle>
            <a:lvl1pPr algn="l" defTabSz="914400" rtl="0" eaLnBrk="1" latinLnBrk="0" hangingPunct="1">
              <a:spcBef>
                <a:spcPct val="0"/>
              </a:spcBef>
              <a:buNone/>
              <a:defRPr lang="ru-RU" sz="4425" b="0" i="0" kern="1200" dirty="0">
                <a:solidFill>
                  <a:schemeClr val="tx1"/>
                </a:solidFill>
                <a:latin typeface="Inter Medium" panose="02000503000000020004" pitchFamily="2" charset="0"/>
                <a:ea typeface="Inter Medium" panose="02000503000000020004" pitchFamily="2" charset="0"/>
                <a:cs typeface="Inter Medium" panose="02000503000000020004" pitchFamily="2" charset="0"/>
              </a:defRPr>
            </a:lvl1pPr>
          </a:lstStyle>
          <a:p>
            <a:pPr algn="ctr" rtl="1"/>
            <a:r>
              <a:rPr lang="ar-SA" sz="3200" b="1" dirty="0"/>
              <a:t>التخطيط والإعداد</a:t>
            </a:r>
            <a:endParaRPr lang="en-US" sz="3200" b="1" dirty="0"/>
          </a:p>
        </p:txBody>
      </p:sp>
      <p:sp>
        <p:nvSpPr>
          <p:cNvPr id="3" name="Text Placeholder 23">
            <a:extLst>
              <a:ext uri="{FF2B5EF4-FFF2-40B4-BE49-F238E27FC236}">
                <a16:creationId xmlns:a16="http://schemas.microsoft.com/office/drawing/2014/main" id="{F571B664-683E-6DE1-9AF7-992995BD76F0}"/>
              </a:ext>
            </a:extLst>
          </p:cNvPr>
          <p:cNvSpPr txBox="1">
            <a:spLocks/>
          </p:cNvSpPr>
          <p:nvPr/>
        </p:nvSpPr>
        <p:spPr>
          <a:xfrm>
            <a:off x="13959306" y="1222266"/>
            <a:ext cx="3867502" cy="725243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rtl="0">
              <a:spcBef>
                <a:spcPts val="0"/>
              </a:spcBef>
              <a:spcAft>
                <a:spcPts val="0"/>
              </a:spcAft>
              <a:buNone/>
            </a:pPr>
            <a:r>
              <a:rPr lang="ar-AE" sz="2800" b="1" dirty="0">
                <a:effectLst/>
              </a:rPr>
              <a:t>تتبع</a:t>
            </a:r>
            <a:r>
              <a:rPr lang="ar-AE" sz="2800" b="1" dirty="0"/>
              <a:t> الانجاز</a:t>
            </a:r>
            <a:endParaRPr lang="ar-AE" sz="2800" b="1" dirty="0">
              <a:effectLst/>
            </a:endParaRPr>
          </a:p>
          <a:p>
            <a:pPr marL="514350" indent="-514350" algn="l" rtl="1">
              <a:spcBef>
                <a:spcPts val="0"/>
              </a:spcBef>
              <a:spcAft>
                <a:spcPts val="0"/>
              </a:spcAft>
              <a:buFont typeface="+mj-lt"/>
              <a:buAutoNum type="arabicPeriod"/>
            </a:pPr>
            <a:r>
              <a:rPr lang="ar-AE" sz="2800" dirty="0"/>
              <a:t>يتم تشغيل المتتبع علي تطبيق </a:t>
            </a:r>
            <a:r>
              <a:rPr lang="en-US" sz="2800" dirty="0"/>
              <a:t>maps.me </a:t>
            </a:r>
            <a:r>
              <a:rPr lang="ar-AE" sz="2800" dirty="0"/>
              <a:t> لتحديد الشوارع التي تم انجازها</a:t>
            </a:r>
          </a:p>
          <a:p>
            <a:pPr marL="514350" indent="-514350" algn="l" rtl="1">
              <a:spcBef>
                <a:spcPts val="0"/>
              </a:spcBef>
              <a:spcAft>
                <a:spcPts val="0"/>
              </a:spcAft>
              <a:buFont typeface="+mj-lt"/>
              <a:buAutoNum type="arabicPeriod"/>
            </a:pPr>
            <a:endParaRPr lang="ar-AE" sz="2800" dirty="0"/>
          </a:p>
          <a:p>
            <a:pPr marL="514350" indent="-514350" algn="l" rtl="1">
              <a:spcBef>
                <a:spcPts val="0"/>
              </a:spcBef>
              <a:spcAft>
                <a:spcPts val="0"/>
              </a:spcAft>
              <a:buFont typeface="+mj-lt"/>
              <a:buAutoNum type="arabicPeriod"/>
            </a:pPr>
            <a:r>
              <a:rPr lang="ar-AE" sz="2800" dirty="0"/>
              <a:t>بعد النتهاء لا تنسي ايقاف المتتبع حتى لا تخسرانجازك</a:t>
            </a:r>
            <a:endParaRPr lang="en-US" sz="2800" dirty="0">
              <a:effectLst/>
            </a:endParaRPr>
          </a:p>
        </p:txBody>
      </p:sp>
      <p:pic>
        <p:nvPicPr>
          <p:cNvPr id="5" name="Picture 4">
            <a:extLst>
              <a:ext uri="{FF2B5EF4-FFF2-40B4-BE49-F238E27FC236}">
                <a16:creationId xmlns:a16="http://schemas.microsoft.com/office/drawing/2014/main" id="{0C502B94-172B-295B-7366-76B65F3ED995}"/>
              </a:ext>
            </a:extLst>
          </p:cNvPr>
          <p:cNvPicPr>
            <a:picLocks noChangeAspect="1"/>
          </p:cNvPicPr>
          <p:nvPr/>
        </p:nvPicPr>
        <p:blipFill>
          <a:blip r:embed="rId2"/>
          <a:stretch>
            <a:fillRect/>
          </a:stretch>
        </p:blipFill>
        <p:spPr>
          <a:xfrm>
            <a:off x="9638612" y="777705"/>
            <a:ext cx="4190099" cy="9311332"/>
          </a:xfrm>
          <a:prstGeom prst="rect">
            <a:avLst/>
          </a:prstGeom>
        </p:spPr>
      </p:pic>
      <p:sp>
        <p:nvSpPr>
          <p:cNvPr id="6" name="Rectangle 5">
            <a:extLst>
              <a:ext uri="{FF2B5EF4-FFF2-40B4-BE49-F238E27FC236}">
                <a16:creationId xmlns:a16="http://schemas.microsoft.com/office/drawing/2014/main" id="{EBE4F351-5E30-E687-380C-30B7CC0BAB5B}"/>
              </a:ext>
            </a:extLst>
          </p:cNvPr>
          <p:cNvSpPr/>
          <p:nvPr/>
        </p:nvSpPr>
        <p:spPr>
          <a:xfrm>
            <a:off x="11329699" y="6681591"/>
            <a:ext cx="698904" cy="1095522"/>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7" name="Text Placeholder 23">
            <a:extLst>
              <a:ext uri="{FF2B5EF4-FFF2-40B4-BE49-F238E27FC236}">
                <a16:creationId xmlns:a16="http://schemas.microsoft.com/office/drawing/2014/main" id="{917B6128-9459-B13C-19C0-A3DD6D9231E9}"/>
              </a:ext>
            </a:extLst>
          </p:cNvPr>
          <p:cNvSpPr txBox="1">
            <a:spLocks/>
          </p:cNvSpPr>
          <p:nvPr/>
        </p:nvSpPr>
        <p:spPr>
          <a:xfrm>
            <a:off x="4343966" y="1222266"/>
            <a:ext cx="3867502" cy="279355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spcBef>
                <a:spcPts val="0"/>
              </a:spcBef>
              <a:spcAft>
                <a:spcPts val="0"/>
              </a:spcAft>
              <a:buNone/>
            </a:pPr>
            <a:r>
              <a:rPr lang="ar-AE" sz="2800" b="1" dirty="0">
                <a:effectLst/>
              </a:rPr>
              <a:t>تتبع</a:t>
            </a:r>
            <a:r>
              <a:rPr lang="ar-AE" sz="2800" b="1" dirty="0"/>
              <a:t> الانجاز</a:t>
            </a:r>
            <a:endParaRPr lang="ar-AE" sz="2800" b="1" dirty="0">
              <a:effectLst/>
            </a:endParaRPr>
          </a:p>
          <a:p>
            <a:pPr marL="0" indent="0" algn="r">
              <a:spcBef>
                <a:spcPts val="0"/>
              </a:spcBef>
              <a:spcAft>
                <a:spcPts val="0"/>
              </a:spcAft>
              <a:buNone/>
            </a:pPr>
            <a:r>
              <a:rPr lang="ar-AE" sz="2800" dirty="0"/>
              <a:t>1- بعت ارسال ملف التتبع الي مسؤل الانتاج للمتابعة والتحليل</a:t>
            </a:r>
            <a:endParaRPr lang="en-US" sz="2800" dirty="0">
              <a:effectLst/>
            </a:endParaRPr>
          </a:p>
          <a:p>
            <a:pPr marL="0" indent="0" algn="r">
              <a:spcBef>
                <a:spcPts val="0"/>
              </a:spcBef>
              <a:spcAft>
                <a:spcPts val="0"/>
              </a:spcAft>
              <a:buNone/>
            </a:pPr>
            <a:endParaRPr lang="en-US" sz="2800" dirty="0">
              <a:effectLst/>
            </a:endParaRPr>
          </a:p>
        </p:txBody>
      </p:sp>
      <p:pic>
        <p:nvPicPr>
          <p:cNvPr id="9" name="Picture 8">
            <a:extLst>
              <a:ext uri="{FF2B5EF4-FFF2-40B4-BE49-F238E27FC236}">
                <a16:creationId xmlns:a16="http://schemas.microsoft.com/office/drawing/2014/main" id="{D30FB5EB-457E-553A-23C7-894CC3C69DFF}"/>
              </a:ext>
            </a:extLst>
          </p:cNvPr>
          <p:cNvPicPr>
            <a:picLocks noChangeAspect="1"/>
          </p:cNvPicPr>
          <p:nvPr/>
        </p:nvPicPr>
        <p:blipFill>
          <a:blip r:embed="rId3"/>
          <a:stretch>
            <a:fillRect/>
          </a:stretch>
        </p:blipFill>
        <p:spPr>
          <a:xfrm>
            <a:off x="271077" y="301658"/>
            <a:ext cx="4357658" cy="9683684"/>
          </a:xfrm>
          <a:prstGeom prst="rect">
            <a:avLst/>
          </a:prstGeom>
        </p:spPr>
      </p:pic>
    </p:spTree>
    <p:extLst>
      <p:ext uri="{BB962C8B-B14F-4D97-AF65-F5344CB8AC3E}">
        <p14:creationId xmlns:p14="http://schemas.microsoft.com/office/powerpoint/2010/main" val="3090023296"/>
      </p:ext>
    </p:extLst>
  </p:cSld>
  <p:clrMapOvr>
    <a:masterClrMapping/>
  </p:clrMapOvr>
</p:sld>
</file>

<file path=ppt/theme/theme1.xml><?xml version="1.0" encoding="utf-8"?>
<a:theme xmlns:a="http://schemas.openxmlformats.org/drawingml/2006/main" name="Office Theme">
  <a:themeElements>
    <a:clrScheme name="Urbi Theme">
      <a:dk1>
        <a:srgbClr val="1A1A1A"/>
      </a:dk1>
      <a:lt1>
        <a:srgbClr val="FFFFFF"/>
      </a:lt1>
      <a:dk2>
        <a:srgbClr val="4915E8"/>
      </a:dk2>
      <a:lt2>
        <a:srgbClr val="EDEDED"/>
      </a:lt2>
      <a:accent1>
        <a:srgbClr val="4915E8"/>
      </a:accent1>
      <a:accent2>
        <a:srgbClr val="F59F00"/>
      </a:accent2>
      <a:accent3>
        <a:srgbClr val="EB02FF"/>
      </a:accent3>
      <a:accent4>
        <a:srgbClr val="FFC000"/>
      </a:accent4>
      <a:accent5>
        <a:srgbClr val="0065FF"/>
      </a:accent5>
      <a:accent6>
        <a:srgbClr val="19AA1E"/>
      </a:accent6>
      <a:hlink>
        <a:srgbClr val="4915E8"/>
      </a:hlink>
      <a:folHlink>
        <a:srgbClr val="1A1A1A"/>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template" id="{D13559FD-DBBF-B94F-9307-034C32953DA7}" vid="{EC48FF25-683C-AC46-8615-6B4A92C165E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01146DAC812364C9B6B6C904594CA6F" ma:contentTypeVersion="15" ma:contentTypeDescription="Create a new document." ma:contentTypeScope="" ma:versionID="c170d227ebbd89edda53b76bceb47108">
  <xsd:schema xmlns:xsd="http://www.w3.org/2001/XMLSchema" xmlns:xs="http://www.w3.org/2001/XMLSchema" xmlns:p="http://schemas.microsoft.com/office/2006/metadata/properties" xmlns:ns2="2fc82809-5d69-4a16-99dd-87f3d56f4fd4" xmlns:ns3="06a48600-4f59-4d40-9f98-640db949ef60" targetNamespace="http://schemas.microsoft.com/office/2006/metadata/properties" ma:root="true" ma:fieldsID="d05bb4cd2bf0376b3dc81af3256ac27b" ns2:_="" ns3:_="">
    <xsd:import namespace="2fc82809-5d69-4a16-99dd-87f3d56f4fd4"/>
    <xsd:import namespace="06a48600-4f59-4d40-9f98-640db949ef60"/>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c82809-5d69-4a16-99dd-87f3d56f4fd4"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63d6e97-8355-4b3d-8b0e-03a34f98350b}" ma:internalName="TaxCatchAll" ma:showField="CatchAllData" ma:web="2fc82809-5d69-4a16-99dd-87f3d56f4fd4">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06a48600-4f59-4d40-9f98-640db949ef60"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368e1ae9-de8f-4b15-bdd1-7a432227963f"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LengthInSeconds xmlns="06a48600-4f59-4d40-9f98-640db949ef60" xsi:nil="true"/>
    <SharedWithUsers xmlns="2fc82809-5d69-4a16-99dd-87f3d56f4fd4">
      <UserInfo>
        <DisplayName/>
        <AccountId xsi:nil="true"/>
        <AccountType/>
      </UserInfo>
    </SharedWithUsers>
    <lcf76f155ced4ddcb4097134ff3c332f xmlns="06a48600-4f59-4d40-9f98-640db949ef60">
      <Terms xmlns="http://schemas.microsoft.com/office/infopath/2007/PartnerControls"/>
    </lcf76f155ced4ddcb4097134ff3c332f>
    <TaxCatchAll xmlns="2fc82809-5d69-4a16-99dd-87f3d56f4fd4"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98FF45D-4D8E-4509-BE7C-DBB85B69F13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fc82809-5d69-4a16-99dd-87f3d56f4fd4"/>
    <ds:schemaRef ds:uri="06a48600-4f59-4d40-9f98-640db949ef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A71286A-4484-4B22-B775-475AE8D7ED51}">
  <ds:schemaRefs>
    <ds:schemaRef ds:uri="http://schemas.microsoft.com/office/2006/metadata/properties"/>
    <ds:schemaRef ds:uri="http://schemas.microsoft.com/office/infopath/2007/PartnerControls"/>
    <ds:schemaRef ds:uri="06a48600-4f59-4d40-9f98-640db949ef60"/>
    <ds:schemaRef ds:uri="2fc82809-5d69-4a16-99dd-87f3d56f4fd4"/>
  </ds:schemaRefs>
</ds:datastoreItem>
</file>

<file path=customXml/itemProps3.xml><?xml version="1.0" encoding="utf-8"?>
<ds:datastoreItem xmlns:ds="http://schemas.openxmlformats.org/officeDocument/2006/customXml" ds:itemID="{D92D8860-1DCC-4C26-8A8D-3BDF0E86EB5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Presentation-template-Inter</Template>
  <TotalTime>635</TotalTime>
  <Words>872</Words>
  <Application>Microsoft Office PowerPoint</Application>
  <PresentationFormat>Custom</PresentationFormat>
  <Paragraphs>102</Paragraphs>
  <Slides>18</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Inter</vt:lpstr>
      <vt:lpstr>Inter Medium</vt:lpstr>
      <vt:lpstr>Inter Regular</vt:lpstr>
      <vt:lpstr>Suisse Int'l Regular</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PptxGenJS Presentation</dc:subject>
  <dc:creator>Kseniya Lomova</dc:creator>
  <cp:lastModifiedBy>Maged Elhamady</cp:lastModifiedBy>
  <cp:revision>27</cp:revision>
  <dcterms:created xsi:type="dcterms:W3CDTF">2023-09-01T06:56:18Z</dcterms:created>
  <dcterms:modified xsi:type="dcterms:W3CDTF">2024-07-15T13:26:48Z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0x010100B01146DAC812364C9B6B6C904594CA6F</vt:lpwstr>
  </property>
  <property fmtid="{D5CDD505-2E9C-101B-9397-08002B2CF9AE}" pid="3" name="ComplianceAssetId">
    <vt:lpwstr/>
  </property>
  <property fmtid="{D5CDD505-2E9C-101B-9397-08002B2CF9AE}" pid="4" name="_ExtendedDescription">
    <vt:lpwstr/>
  </property>
  <property fmtid="{D5CDD505-2E9C-101B-9397-08002B2CF9AE}" pid="5" name="TriggerFlowInfo">
    <vt:lpwstr/>
  </property>
  <property fmtid="{D5CDD505-2E9C-101B-9397-08002B2CF9AE}" pid="6" name="MediaServiceImageTags">
    <vt:lpwstr/>
  </property>
</Properties>
</file>